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10287000" cx="18288000"/>
  <p:notesSz cx="6858000" cy="9144000"/>
  <p:embeddedFontLst>
    <p:embeddedFont>
      <p:font typeface="Anton"/>
      <p:regular r:id="rId19"/>
    </p:embeddedFont>
    <p:embeddedFont>
      <p:font typeface="Poppins"/>
      <p:bold r:id="rId20"/>
      <p:boldItalic r:id="rId21"/>
    </p:embeddedFont>
    <p:embeddedFont>
      <p:font typeface="Poppins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BBCC3D-812B-48C3-B6C7-5B41C7B5152E}">
  <a:tblStyle styleId="{97BBCC3D-812B-48C3-B6C7-5B41C7B5152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2B5346E1-113A-43CB-8332-7ED7E3ED4B38}"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Poppins-bold.fntdata"/><Relationship Id="rId22" Type="http://schemas.openxmlformats.org/officeDocument/2006/relationships/font" Target="fonts/PoppinsMedium-regular.fntdata"/><Relationship Id="rId21" Type="http://schemas.openxmlformats.org/officeDocument/2006/relationships/font" Target="fonts/Poppins-boldItalic.fntdata"/><Relationship Id="rId24" Type="http://schemas.openxmlformats.org/officeDocument/2006/relationships/font" Target="fonts/PoppinsMedium-italic.fntdata"/><Relationship Id="rId23" Type="http://schemas.openxmlformats.org/officeDocument/2006/relationships/font" Target="fonts/PoppinsMedium-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5" Type="http://schemas.openxmlformats.org/officeDocument/2006/relationships/font" Target="fonts/PoppinsMedium-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Anton-regular.fntdata"/><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8a1bd1d22a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g38a1bd1d22a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10e46860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g3d10e46860c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5466e127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g3d5466e1279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c3e8ffdfab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g3c3e8ffdfab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8a1bd1d22a_0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g38a1bd1d22a_0_45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c79909bc67_1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g3c79909bc67_1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d10e46860c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g3d10e46860c_1_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c79909bc6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g3c79909bc67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d10e46860c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g3d10e46860c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c892fb245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g3c892fb245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d10e46860c_1_4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g3d10e46860c_1_4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38a1bd1d22a_0_8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g38a1bd1d22a_0_8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Slide">
  <p:cSld name="14_Title Slide">
    <p:spTree>
      <p:nvGrpSpPr>
        <p:cNvPr id="80" name="Shape 80"/>
        <p:cNvGrpSpPr/>
        <p:nvPr/>
      </p:nvGrpSpPr>
      <p:grpSpPr>
        <a:xfrm>
          <a:off x="0" y="0"/>
          <a:ext cx="0" cy="0"/>
          <a:chOff x="0" y="0"/>
          <a:chExt cx="0" cy="0"/>
        </a:xfrm>
      </p:grpSpPr>
      <p:sp>
        <p:nvSpPr>
          <p:cNvPr id="81" name="Google Shape;81;p13"/>
          <p:cNvSpPr/>
          <p:nvPr>
            <p:ph idx="2" type="pic"/>
          </p:nvPr>
        </p:nvSpPr>
        <p:spPr>
          <a:xfrm>
            <a:off x="815009" y="6579705"/>
            <a:ext cx="16672800" cy="3078600"/>
          </a:xfrm>
          <a:prstGeom prst="rect">
            <a:avLst/>
          </a:prstGeom>
          <a:solidFill>
            <a:srgbClr val="F2F2F2"/>
          </a:solidFill>
          <a:ln>
            <a:noFill/>
          </a:ln>
        </p:spPr>
      </p:sp>
    </p:spTree>
  </p:cSld>
  <p:clrMapOvr>
    <a:masterClrMapping/>
  </p:clrMapOvr>
  <p:extLst>
    <p:ext uri="{DCECCB84-F9BA-43D5-87BE-67443E8EF086}">
      <p15:sldGuideLst>
        <p15:guide id="1" pos="936">
          <p15:clr>
            <a:srgbClr val="FBAE40"/>
          </p15:clr>
        </p15:guide>
        <p15:guide id="2" pos="10584">
          <p15:clr>
            <a:srgbClr val="FBAE40"/>
          </p15:clr>
        </p15:guide>
      </p15:sldGuideLst>
    </p:ext>
  </p:extLst>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7.png"/><Relationship Id="rId10" Type="http://schemas.openxmlformats.org/officeDocument/2006/relationships/image" Target="../media/image8.png"/><Relationship Id="rId12" Type="http://schemas.openxmlformats.org/officeDocument/2006/relationships/image" Target="../media/image2.png"/><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14.jpg"/><Relationship Id="rId9" Type="http://schemas.openxmlformats.org/officeDocument/2006/relationships/image" Target="../media/image13.jpg"/><Relationship Id="rId5" Type="http://schemas.openxmlformats.org/officeDocument/2006/relationships/image" Target="../media/image39.png"/><Relationship Id="rId6" Type="http://schemas.openxmlformats.org/officeDocument/2006/relationships/image" Target="../media/image5.jpg"/><Relationship Id="rId7" Type="http://schemas.openxmlformats.org/officeDocument/2006/relationships/image" Target="../media/image10.png"/><Relationship Id="rId8" Type="http://schemas.openxmlformats.org/officeDocument/2006/relationships/image" Target="../media/image9.jpg"/></Relationships>
</file>

<file path=ppt/slides/_rels/slide2.xml.rels><?xml version="1.0" encoding="UTF-8" standalone="yes"?><Relationships xmlns="http://schemas.openxmlformats.org/package/2006/relationships"><Relationship Id="rId20" Type="http://schemas.openxmlformats.org/officeDocument/2006/relationships/image" Target="../media/image21.png"/><Relationship Id="rId22" Type="http://schemas.openxmlformats.org/officeDocument/2006/relationships/image" Target="../media/image30.png"/><Relationship Id="rId21" Type="http://schemas.openxmlformats.org/officeDocument/2006/relationships/image" Target="../media/image37.png"/><Relationship Id="rId24" Type="http://schemas.openxmlformats.org/officeDocument/2006/relationships/image" Target="../media/image34.png"/><Relationship Id="rId23" Type="http://schemas.openxmlformats.org/officeDocument/2006/relationships/image" Target="../media/image40.jpg"/><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hyperlink" Target="http://www.volt.africa" TargetMode="External"/><Relationship Id="rId4" Type="http://schemas.openxmlformats.org/officeDocument/2006/relationships/image" Target="../media/image18.png"/><Relationship Id="rId9" Type="http://schemas.openxmlformats.org/officeDocument/2006/relationships/image" Target="../media/image11.jpg"/><Relationship Id="rId26" Type="http://schemas.openxmlformats.org/officeDocument/2006/relationships/image" Target="../media/image36.png"/><Relationship Id="rId25" Type="http://schemas.openxmlformats.org/officeDocument/2006/relationships/image" Target="../media/image28.png"/><Relationship Id="rId28" Type="http://schemas.openxmlformats.org/officeDocument/2006/relationships/image" Target="../media/image1.png"/><Relationship Id="rId27" Type="http://schemas.openxmlformats.org/officeDocument/2006/relationships/image" Target="../media/image38.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image" Target="../media/image25.png"/><Relationship Id="rId11" Type="http://schemas.openxmlformats.org/officeDocument/2006/relationships/image" Target="../media/image4.png"/><Relationship Id="rId10" Type="http://schemas.openxmlformats.org/officeDocument/2006/relationships/image" Target="../media/image6.jpg"/><Relationship Id="rId13" Type="http://schemas.openxmlformats.org/officeDocument/2006/relationships/image" Target="../media/image17.png"/><Relationship Id="rId12" Type="http://schemas.openxmlformats.org/officeDocument/2006/relationships/image" Target="../media/image16.png"/><Relationship Id="rId15" Type="http://schemas.openxmlformats.org/officeDocument/2006/relationships/image" Target="../media/image32.png"/><Relationship Id="rId14" Type="http://schemas.openxmlformats.org/officeDocument/2006/relationships/image" Target="../media/image12.png"/><Relationship Id="rId17" Type="http://schemas.openxmlformats.org/officeDocument/2006/relationships/image" Target="../media/image31.png"/><Relationship Id="rId16" Type="http://schemas.openxmlformats.org/officeDocument/2006/relationships/image" Target="../media/image26.png"/><Relationship Id="rId19" Type="http://schemas.openxmlformats.org/officeDocument/2006/relationships/image" Target="../media/image22.png"/><Relationship Id="rId18"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19.png"/><Relationship Id="rId9" Type="http://schemas.openxmlformats.org/officeDocument/2006/relationships/image" Target="../media/image29.png"/><Relationship Id="rId5" Type="http://schemas.openxmlformats.org/officeDocument/2006/relationships/image" Target="../media/image24.png"/><Relationship Id="rId6" Type="http://schemas.openxmlformats.org/officeDocument/2006/relationships/image" Target="../media/image41.png"/><Relationship Id="rId7" Type="http://schemas.openxmlformats.org/officeDocument/2006/relationships/image" Target="../media/image35.png"/><Relationship Id="rId8" Type="http://schemas.openxmlformats.org/officeDocument/2006/relationships/image" Target="../media/image44.png"/><Relationship Id="rId11" Type="http://schemas.openxmlformats.org/officeDocument/2006/relationships/image" Target="../media/image45.png"/><Relationship Id="rId10" Type="http://schemas.openxmlformats.org/officeDocument/2006/relationships/image" Target="../media/image27.png"/><Relationship Id="rId13" Type="http://schemas.openxmlformats.org/officeDocument/2006/relationships/image" Target="../media/image48.png"/><Relationship Id="rId12" Type="http://schemas.openxmlformats.org/officeDocument/2006/relationships/image" Target="../media/image42.png"/><Relationship Id="rId15" Type="http://schemas.openxmlformats.org/officeDocument/2006/relationships/image" Target="../media/image51.png"/><Relationship Id="rId14" Type="http://schemas.openxmlformats.org/officeDocument/2006/relationships/image" Target="../media/image47.png"/><Relationship Id="rId17" Type="http://schemas.openxmlformats.org/officeDocument/2006/relationships/image" Target="../media/image50.png"/><Relationship Id="rId16" Type="http://schemas.openxmlformats.org/officeDocument/2006/relationships/image" Target="../media/image46.png"/><Relationship Id="rId19" Type="http://schemas.openxmlformats.org/officeDocument/2006/relationships/image" Target="../media/image1.png"/><Relationship Id="rId18" Type="http://schemas.openxmlformats.org/officeDocument/2006/relationships/hyperlink" Target="http://www.volt.afric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hyperlink" Target="http://www.volt.africa" TargetMode="External"/><Relationship Id="rId4" Type="http://schemas.openxmlformats.org/officeDocument/2006/relationships/image" Target="../media/image1.png"/><Relationship Id="rId5" Type="http://schemas.openxmlformats.org/officeDocument/2006/relationships/image" Target="../media/image52.png"/><Relationship Id="rId6"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slide1.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85" name="Shape 85"/><p:cNvGrpSpPr/><p:nvPr/></p:nvGrpSpPr><p:grpSpPr><a:xfrm><a:off x="0" y="0"/><a:ext cx="0" cy="0"/><a:chOff x="0" y="0"/><a:chExt cx="0" cy="0"/></a:xfrm></p:grpSpPr><p:sp><p:nvSpPr><p:cNvPr id="86" name="Google Shape;86;p14"/><p:cNvSpPr txBox="1"/><p:nvPr/></p:nvSpPr><p:spPr><a:xfrm><a:off x="245796" y="5034882"/><a:ext cx="14409000" cy="2524500"/></a:xfrm><a:prstGeom prst="rect"><a:avLst/></a:prstGeom><a:noFill/><a:ln><a:noFill/></a:ln></p:spPr><p:txBody><a:bodyPr anchorCtr="0" anchor="t" bIns="0" lIns="0" spcFirstLastPara="1" rIns="0" wrap="square" tIns="0"><a:spAutoFit/></a:bodyPr><a:lstStyle/><a:p><a:pPr indent="0" lvl="0" marL="0" marR="0" rtl="0" algn="l"><a:lnSpc><a:spcPct val="82001"/></a:lnSpc><a:spcBef><a:spcPts val="0"/></a:spcBef><a:spcAft><a:spcPts val="0"/></a:spcAft><a:buNone/></a:pPr><a:r><a:rPr i="0" lang="en-US" sz="20000" u="none" cap="none" strike="noStrike"><a:solidFill><a:srgbClr val="002C5C"/></a:solidFill><a:latin typeface="Anton"/><a:ea typeface="Anton"/><a:cs typeface="Anton"/><a:sym typeface="Anton"/></a:rPr><a:t>PROPOSAL</a:t></a:r><a:endParaRPr sz="20000"><a:solidFill><a:srgbClr val="002C5C"/></a:solidFill><a:latin typeface="Anton"/><a:ea typeface="Anton"/><a:cs typeface="Anton"/><a:sym typeface="Anton"/></a:endParaRPr></a:p></p:txBody></p:sp><p:sp><p:nvSpPr><p:cNvPr id="87" name="Google Shape;87;p14"/><p:cNvSpPr txBox="1"/><p:nvPr/></p:nvSpPr><p:spPr><a:xfrm><a:off x="365115" y="3816021"/><a:ext cx="4318800" cy="820200"/></a:xfrm><a:prstGeom prst="rect"><a:avLst/></a:prstGeom><a:noFill/><a:ln><a:noFill/></a:ln></p:spPr><p:txBody><a:bodyPr anchorCtr="0" anchor="t" bIns="0" lIns="0" spcFirstLastPara="1" rIns="0" wrap="square" tIns="0"><a:spAutoFit/></a:bodyPr><a:lstStyle/><a:p><a:pPr indent="0" lvl="0" marL="0" marR="0" rtl="0" algn="l"><a:lnSpc><a:spcPct val="82007"/></a:lnSpc><a:spcBef><a:spcPts val="0"/></a:spcBef><a:spcAft><a:spcPts val="0"/></a:spcAft><a:buNone/></a:pPr><a:r><a:rPr b="1" i="0" lang="en-US" sz="6497" u="none" cap="none" strike="noStrike"><a:solidFill><a:srgbClr val="888888"/></a:solidFill><a:latin typeface="Poppins"/><a:ea typeface="Poppins"/><a:cs typeface="Poppins"/><a:sym typeface="Poppins"/></a:rPr><a:t>BUSINESS</a:t></a:r><a:endParaRPr><a:solidFill><a:srgbClr val="888888"/></a:solidFill></a:endParaRPr></a:p></p:txBody></p:sp><p:sp><p:nvSpPr><p:cNvPr id="88" name="Google Shape;88;p14"/><p:cNvSpPr txBox="1"/><p:nvPr/></p:nvSpPr><p:spPr><a:xfrm><a:off x="13211251" y="6305725"/><a:ext cx="4642800" cy="517200"/></a:xfrm><a:prstGeom prst="rect"><a:avLst/></a:prstGeom><a:noFill/><a:ln><a:noFill/></a:ln></p:spPr><p:txBody><a:bodyPr anchorCtr="0" anchor="t" bIns="0" lIns="0" spcFirstLastPara="1" rIns="0" wrap="square" tIns="0"><a:spAutoFit/></a:bodyPr><a:lstStyle/><a:p><a:pPr indent="0" lvl="0" marL="0" marR="0" rtl="0" algn="l"><a:lnSpc><a:spcPct val="82007"/></a:lnSpc><a:spcBef><a:spcPts val="0"/></a:spcBef><a:spcAft><a:spcPts val="0"/></a:spcAft><a:buNone/></a:pPr><a:r><a:rPr b="1" lang="en-US" sz="4097"><a:solidFill><a:srgbClr val="002C5C"/><a:t>{{Client Name}}                                                                                                                                                                                         </a:t></a:r><a:endParaRPr sz="100"><a:solidFill><a:srgbClr val="002C5C"/></a:solidFill></a:endParaRPr></a:p></p:txBody></p:sp><p:pic><p:nvPicPr><p:cNvPr id="89" name="Google Shape;89;p14"/><p:cNvPicPr preferRelativeResize="0"/><p:nvPr/></p:nvPicPr><p:blipFill rotWithShape="1"><a:blip r:embed="rId3"><a:alphaModFix/></a:blip><a:srcRect b="0" l="0" r="0" t="0"/><a:stretch/></p:blipFill><p:spPr><a:xfrm><a:off x="241374" y="671344"/><a:ext cx="3965101" cy="745625"/></a:xfrm><a:prstGeom prst="rect"><a:avLst/></a:prstGeom><a:noFill/><a:ln><a:noFill/></a:ln></p:spPr></p:pic><p:grpSp><p:nvGrpSpPr><p:cNvPr id="90" name="Google Shape;90;p14"/><p:cNvGrpSpPr/><p:nvPr/></p:nvGrpSpPr><p:grpSpPr><a:xfrm><a:off x="-203652" y="7968375"/><a:ext cx="18640587" cy="2039112"/><a:chOff x="0" y="0"/><a:chExt cx="24673179" cy="2718816"/></a:xfrm></p:grpSpPr><p:sp><p:nvSpPr><p:cNvPr id="91" name="Google Shape;91;p14"/><p:cNvSpPr/><p:nvPr/></p:nvSpPr><p:spPr><a:xfrm><a:off x="25400" y="25400"/><a:ext cx="24622379" cy="2668016"/></a:xfrm><a:custGeom><a:rect b="b" l="l" r="r" t="t"/><a:pathLst><a:path extrusionOk="0" h="2668016" w="24622379"><a:moveTo><a:pt x="0" y="0"/></a:moveTo><a:lnTo><a:pt x="24622379" y="0"/></a:lnTo><a:lnTo><a:pt x="24622379" y="2668016"/></a:lnTo><a:lnTo><a:pt x="0" y="2668016"/></a:lnTo><a:close/></a:path></a:pathLst></a:custGeom><a:solidFill><a:srgbClr val="FFFFFF"/></a:solidFill><a:ln><a:noFill/></a:ln></p:spPr></p:sp><p:sp><p:nvSpPr><p:cNvPr id="92" name="Google Shape;92;p14"/><p:cNvSpPr/><p:nvPr/></p:nvSpPr><p:spPr><a:xfrm><a:off x="0" y="0"/><a:ext cx="24673179" cy="2718816"/></a:xfrm><a:custGeom><a:rect b="b" l="l" r="r" t="t"/><a:pathLst><a:path extrusionOk="0" h="2718816" w="24673179"><a:moveTo><a:pt x="25400" y="0"/></a:moveTo><a:lnTo><a:pt x="24647779" y="0"/></a:lnTo><a:cubicBezTo><a:pt x="24661749" y="0"/><a:pt x="24673179" y="11430"/><a:pt x="24673179" y="25400"/></a:cubicBezTo><a:lnTo><a:pt x="24673179" y="2693416"/></a:lnTo><a:cubicBezTo><a:pt x="24673179" y="2707386"/><a:pt x="24661749" y="2718816"/><a:pt x="24647779" y="2718816"/></a:cubicBezTo><a:lnTo><a:pt x="25400" y="2718816"/></a:lnTo><a:cubicBezTo><a:pt x="11430" y="2718816"/><a:pt x="0" y="2707386"/><a:pt x="0" y="2693416"/></a:cubicBezTo><a:lnTo><a:pt x="0" y="25400"/></a:lnTo><a:cubicBezTo><a:pt x="0" y="11430"/><a:pt x="11430" y="0"/><a:pt x="25400" y="0"/></a:cubicBezTo><a:moveTo><a:pt x="25400" y="50800"/></a:moveTo><a:lnTo><a:pt x="25400" y="25400"/></a:lnTo><a:lnTo><a:pt x="50800" y="25400"/></a:lnTo><a:lnTo><a:pt x="50800" y="2693416"/></a:lnTo><a:lnTo><a:pt x="25400" y="2693416"/></a:lnTo><a:lnTo><a:pt x="25400" y="2668016"/></a:lnTo><a:lnTo><a:pt x="24647779" y="2668016"/></a:lnTo><a:lnTo><a:pt x="24647779" y="2693416"/></a:lnTo><a:lnTo><a:pt x="24622379" y="2693416"/></a:lnTo><a:lnTo><a:pt x="24622379" y="25400"/></a:lnTo><a:lnTo><a:pt x="24647779" y="25400"/></a:lnTo><a:lnTo><a:pt x="24647779" y="50800"/></a:lnTo><a:lnTo><a:pt x="25400" y="50800"/></a:lnTo><a:close/></a:path></a:pathLst></a:custGeom><a:solidFill><a:srgbClr val="000000"/></a:solidFill><a:ln><a:noFill/></a:ln></p:spPr><p:txBody><a:bodyPr anchorCtr="0" anchor="ctr" bIns="91425" lIns="91425" spcFirstLastPara="1" rIns="91425" wrap="square" tIns="91425"><a:noAutofit/></a:bodyPr><a:lstStyle/><a:p><a:pPr indent="0" lvl="0" marL="0" rtl="0" algn="l"><a:spcBef><a:spcPts val="0"/></a:spcBef><a:spcAft><a:spcPts val="0"/></a:spcAft><a:buNone/></a:pPr><a:r><a:t></a:t></a:r><a:endParaRPr/></a:p></p:txBody></p:sp></p:grpSp><p:sp><p:nvSpPr><p:cNvPr id="93" name="Google Shape;93;p14"/><p:cNvSpPr/><p:nvPr/></p:nvSpPr><p:spPr><a:xfrm><a:off x="108823" y="8775934"/><a:ext cx="731996" cy="527018"/></a:xfrm><a:custGeom><a:rect b="b" l="l" r="r" t="t"/><a:pathLst><a:path extrusionOk="0" h="702691" w="975995"><a:moveTo><a:pt x="0" y="0"/></a:moveTo><a:lnTo><a:pt x="975995" y="0"/></a:lnTo><a:lnTo><a:pt x="975995" y="702691"/></a:lnTo><a:lnTo><a:pt x="0" y="702691"/></a:lnTo><a:lnTo><a:pt x="0" y="0"/></a:lnTo><a:close/></a:path></a:pathLst></a:custGeom><a:blipFill rotWithShape="1"><a:blip r:embed="rId4"><a:alphaModFix/></a:blip><a:stretch><a:fillRect b="-850" l="0" r="0" t="0"/></a:stretch></a:blipFill><a:ln><a:noFill/></a:ln></p:spPr></p:sp><p:sp><p:nvSpPr><p:cNvPr id="94" name="Google Shape;94;p14"/><p:cNvSpPr/><p:nvPr/></p:nvSpPr><p:spPr><a:xfrm><a:off x="3691429" y="8790636"/><a:ext cx="2097214" cy="527018"/></a:xfrm><a:custGeom><a:rect b="b" l="l" r="r" t="t"/><a:pathLst><a:path extrusionOk="0" h="702691" w="2796286"><a:moveTo><a:pt x="0" y="0"/></a:moveTo><a:lnTo><a:pt x="2796286" y="0"/></a:lnTo><a:lnTo><a:pt x="2796286" y="702691"/></a:lnTo><a:lnTo><a:pt x="0" y="702691"/></a:lnTo><a:lnTo><a:pt x="0" y="0"/></a:lnTo><a:close/></a:path></a:pathLst></a:custGeom><a:blipFill rotWithShape="1"><a:blip r:embed="rId5"><a:alphaModFix/></a:blip><a:stretch><a:fillRect b="-1031" l="0" r="0" t="0"/></a:stretch></a:blipFill><a:ln><a:noFill/></a:ln></p:spPr></p:sp><p:sp><p:nvSpPr><p:cNvPr id="95" name="Google Shape;95;p14"/><p:cNvSpPr/><p:nvPr/></p:nvSpPr><p:spPr><a:xfrm><a:off x="1077075" y="8841016"/><a:ext cx="2407444" cy="396812"/></a:xfrm><a:custGeom><a:rect b="b" l="l" r="r" t="t"/><a:pathLst><a:path extrusionOk="0" h="529082" w="3209925"><a:moveTo><a:pt x="0" y="0"/></a:moveTo><a:lnTo><a:pt x="3209925" y="0"/></a:lnTo><a:lnTo><a:pt x="3209925" y="529082"/></a:lnTo><a:lnTo><a:pt x="0" y="529082"/></a:lnTo><a:lnTo><a:pt x="0" y="0"/></a:lnTo><a:close/></a:path></a:pathLst></a:custGeom><a:blipFill rotWithShape="1"><a:blip r:embed="rId6"><a:alphaModFix/></a:blip><a:stretch><a:fillRect b="-790" l="0" r="0" t="0"/></a:stretch></a:blipFill><a:ln><a:noFill/></a:ln></p:spPr></p:sp><p:sp><p:nvSpPr><p:cNvPr id="96" name="Google Shape;96;p14"/><p:cNvSpPr/><p:nvPr/></p:nvSpPr><p:spPr><a:xfrm><a:off x="8533823" y="8833444"/><a:ext cx="1917859" cy="338328"/></a:xfrm><a:custGeom><a:rect b="b" l="l" r="r" t="t"/><a:pathLst><a:path extrusionOk="0" h="451104" w="2557145"><a:moveTo><a:pt x="0" y="0"/></a:moveTo><a:lnTo><a:pt x="2557145" y="0"/></a:lnTo><a:lnTo><a:pt x="2557145" y="451104"/></a:lnTo><a:lnTo><a:pt x="0" y="451104"/></a:lnTo><a:lnTo><a:pt x="0" y="0"/></a:lnTo><a:close/></a:path></a:pathLst></a:custGeom><a:blipFill rotWithShape="1"><a:blip r:embed="rId7"><a:alphaModFix/></a:blip><a:stretch><a:fillRect b="-1220" l="0" r="0" t="0"/></a:stretch></a:blipFill><a:ln><a:noFill/></a:ln></p:spPr></p:sp><p:sp><p:nvSpPr><p:cNvPr id="97" name="Google Shape;97;p14"/><p:cNvSpPr/><p:nvPr/></p:nvSpPr><p:spPr><a:xfrm><a:off x="5834899" y="8655744"/><a:ext cx="2526030" cy="703707"/></a:xfrm><a:custGeom><a:rect b="b" l="l" r="r" t="t"/><a:pathLst><a:path extrusionOk="0" h="938276" w="3368040"><a:moveTo><a:pt x="0" y="0"/></a:moveTo><a:lnTo><a:pt x="3368040" y="0"/></a:lnTo><a:lnTo><a:pt x="3368040" y="938276"/></a:lnTo><a:lnTo><a:pt x="0" y="938276"/></a:lnTo><a:lnTo><a:pt x="0" y="0"/></a:lnTo><a:close/></a:path></a:pathLst></a:custGeom><a:blipFill rotWithShape="1"><a:blip r:embed="rId8"><a:alphaModFix/></a:blip><a:stretch><a:fillRect b="0" l="0" r="-5160" t="0"/></a:stretch></a:blipFill><a:ln><a:noFill/></a:ln></p:spPr></p:sp><p:sp><p:nvSpPr><p:cNvPr id="98" name="Google Shape;98;p14"/><p:cNvSpPr/><p:nvPr/></p:nvSpPr><p:spPr><a:xfrm><a:off x="10710923" y="8739106"/><a:ext cx="1839182" cy="600646"/></a:xfrm><a:custGeom><a:rect b="b" l="l" r="r" t="t"/><a:pathLst><a:path extrusionOk="0" h="800862" w="2452243"><a:moveTo><a:pt x="0" y="0"/></a:moveTo><a:lnTo><a:pt x="2452243" y="0"/></a:lnTo><a:lnTo><a:pt x="2452243" y="800862"/></a:lnTo><a:lnTo><a:pt x="0" y="800862"/></a:lnTo><a:lnTo><a:pt x="0" y="0"/></a:lnTo><a:close/></a:path></a:pathLst></a:custGeom><a:blipFill rotWithShape="1"><a:blip r:embed="rId9"><a:alphaModFix/></a:blip><a:stretch><a:fillRect b="-850" l="0" r="0" t="0"/></a:stretch></a:blipFill><a:ln><a:noFill/></a:ln></p:spPr></p:sp><p:sp><p:nvSpPr><p:cNvPr id="99" name="Google Shape;99;p14"/><p:cNvSpPr/><p:nvPr/></p:nvSpPr><p:spPr><a:xfrm><a:off x="12757649" y="8687602"/><a:ext cx="1435037" cy="600646"/></a:xfrm><a:custGeom><a:rect b="b" l="l" r="r" t="t"/><a:pathLst><a:path extrusionOk="0" h="800862" w="1913382"><a:moveTo><a:pt x="0" y="0"/></a:moveTo><a:lnTo><a:pt x="1913382" y="0"/></a:lnTo><a:lnTo><a:pt x="1913382" y="800862"/></a:lnTo><a:lnTo><a:pt x="0" y="800862"/></a:lnTo><a:lnTo><a:pt x="0" y="0"/></a:lnTo><a:close/></a:path></a:pathLst></a:custGeom><a:blipFill rotWithShape="1"><a:blip r:embed="rId10"><a:alphaModFix/></a:blip><a:stretch><a:fillRect b="0" l="0" r="0" t="0"/></a:stretch></a:blipFill><a:ln><a:noFill/></a:ln></p:spPr></p:sp><p:sp><p:nvSpPr><p:cNvPr id="100" name="Google Shape;100;p14"/><p:cNvSpPr/><p:nvPr/></p:nvSpPr><p:spPr><a:xfrm><a:off x="14400149" y="8213550"/><a:ext cx="1535335" cy="1535335"/></a:xfrm><a:custGeom><a:rect b="b" l="l" r="r" t="t"/><a:pathLst><a:path extrusionOk="0" h="2047113" w="2047113"><a:moveTo><a:pt x="0" y="0"/></a:moveTo><a:lnTo><a:pt x="2047113" y="0"/></a:lnTo><a:lnTo><a:pt x="2047113" y="2047113"/></a:lnTo><a:lnTo><a:pt x="0" y="2047113"/></a:lnTo><a:lnTo><a:pt x="0" y="0"/></a:lnTo><a:close/></a:path></a:pathLst></a:custGeom><a:blipFill rotWithShape="1"><a:blip r:embed="rId11"><a:alphaModFix/></a:blip><a:stretch><a:fillRect b="0" l="0" r="0" t="0"/></a:stretch></a:blipFill><a:ln><a:noFill/></a:ln></p:spPr></p:sp><p:pic><p:nvPicPr><p:cNvPr id="101" name="Google Shape;101;p14"/><p:cNvPicPr preferRelativeResize="0"/><p:nvPr/></p:nvPicPr><p:blipFill><a:blip r:embed="rId12"><a:alphaModFix/></a:blip><a:stretch><a:fillRect/></a:stretch></p:blipFill><p:spPr><a:xfrm><a:off x="16018373" y="8729445"/><a:ext cx="2097224" cy="434198"/></a:xfrm><a:prstGeom prst="rect"><a:avLst/></a:prstGeom><a:noFill/><a:ln><a:noFill/></a:ln></p:spPr></p:pic></p:spTree></p:cSld><p:clrMapOvr><a:masterClrMapping/></p:clrMapOvr></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5" name="Shape 105"/>
        <p:cNvGrpSpPr/>
        <p:nvPr/>
      </p:nvGrpSpPr>
      <p:grpSpPr>
        <a:xfrm>
          <a:off x="0" y="0"/>
          <a:ext cx="0" cy="0"/>
          <a:chOff x="0" y="0"/>
          <a:chExt cx="0" cy="0"/>
        </a:xfrm>
      </p:grpSpPr>
      <p:sp>
        <p:nvSpPr>
          <p:cNvPr id="106" name="Google Shape;106;p15"/>
          <p:cNvSpPr txBox="1"/>
          <p:nvPr/>
        </p:nvSpPr>
        <p:spPr>
          <a:xfrm>
            <a:off x="1028700" y="408454"/>
            <a:ext cx="16709100" cy="1385100"/>
          </a:xfrm>
          <a:prstGeom prst="rect">
            <a:avLst/>
          </a:prstGeom>
          <a:noFill/>
          <a:ln>
            <a:noFill/>
          </a:ln>
        </p:spPr>
        <p:txBody>
          <a:bodyPr anchorCtr="0" anchor="t" bIns="0" lIns="0" spcFirstLastPara="1" rIns="0" wrap="square" tIns="0">
            <a:spAutoFit/>
          </a:bodyPr>
          <a:lstStyle/>
          <a:p>
            <a:pPr indent="0" lvl="0" marL="0" marR="0" rtl="0" algn="l">
              <a:lnSpc>
                <a:spcPct val="89999"/>
              </a:lnSpc>
              <a:spcBef>
                <a:spcPts val="0"/>
              </a:spcBef>
              <a:spcAft>
                <a:spcPts val="0"/>
              </a:spcAft>
              <a:buNone/>
            </a:pPr>
            <a:r>
              <a:rPr i="0" lang="en-US" sz="9999" u="none" cap="none" strike="noStrike">
                <a:solidFill>
                  <a:srgbClr val="002C5C"/>
                </a:solidFill>
                <a:latin typeface="Anton"/>
                <a:ea typeface="Anton"/>
                <a:cs typeface="Anton"/>
                <a:sym typeface="Anton"/>
              </a:rPr>
              <a:t>INTRODUCTION</a:t>
            </a:r>
            <a:endParaRPr>
              <a:solidFill>
                <a:srgbClr val="002C5C"/>
              </a:solidFill>
              <a:latin typeface="Anton"/>
              <a:ea typeface="Anton"/>
              <a:cs typeface="Anton"/>
              <a:sym typeface="Anton"/>
            </a:endParaRPr>
          </a:p>
        </p:txBody>
      </p:sp>
      <p:grpSp>
        <p:nvGrpSpPr>
          <p:cNvPr id="107" name="Google Shape;107;p15"/>
          <p:cNvGrpSpPr/>
          <p:nvPr/>
        </p:nvGrpSpPr>
        <p:grpSpPr>
          <a:xfrm>
            <a:off x="1028700" y="1798046"/>
            <a:ext cx="7898175" cy="7120604"/>
            <a:chOff x="0" y="-85725"/>
            <a:chExt cx="10530900" cy="9494138"/>
          </a:xfrm>
        </p:grpSpPr>
        <p:sp>
          <p:nvSpPr>
            <p:cNvPr id="108" name="Google Shape;108;p15"/>
            <p:cNvSpPr txBox="1"/>
            <p:nvPr/>
          </p:nvSpPr>
          <p:spPr>
            <a:xfrm>
              <a:off x="0" y="-85725"/>
              <a:ext cx="10293900" cy="410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2000" u="none" cap="none" strike="noStrike">
                  <a:solidFill>
                    <a:srgbClr val="888888"/>
                  </a:solidFill>
                  <a:latin typeface="Poppins"/>
                  <a:ea typeface="Poppins"/>
                  <a:cs typeface="Poppins"/>
                  <a:sym typeface="Poppins"/>
                </a:rPr>
                <a:t>Empower Your Brand with Volt.Africa</a:t>
              </a:r>
              <a:endParaRPr>
                <a:solidFill>
                  <a:srgbClr val="888888"/>
                </a:solidFill>
              </a:endParaRPr>
            </a:p>
          </p:txBody>
        </p:sp>
        <p:sp>
          <p:nvSpPr>
            <p:cNvPr id="109" name="Google Shape;109;p15"/>
            <p:cNvSpPr txBox="1"/>
            <p:nvPr/>
          </p:nvSpPr>
          <p:spPr>
            <a:xfrm>
              <a:off x="0" y="829613"/>
              <a:ext cx="10530900" cy="8578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At Volt.Africa, we redefine advertising with a 360° approach—seamlessly integrating print, digital, social, and paid media for maximum brand impact.</a:t>
              </a:r>
              <a:endParaRPr sz="2200">
                <a:solidFill>
                  <a:srgbClr val="002C5C"/>
                </a:solidFill>
              </a:endParaRPr>
            </a:p>
            <a:p>
              <a:pPr indent="0" lvl="0" marL="0" marR="0" rtl="0" algn="l">
                <a:lnSpc>
                  <a:spcPct val="150000"/>
                </a:lnSpc>
                <a:spcBef>
                  <a:spcPts val="0"/>
                </a:spcBef>
                <a:spcAft>
                  <a:spcPts val="0"/>
                </a:spcAft>
                <a:buNone/>
              </a:pPr>
              <a:r>
                <a:t/>
              </a:r>
              <a:endParaRPr b="0" i="0" sz="2200" u="none" cap="none" strike="noStrike">
                <a:solidFill>
                  <a:srgbClr val="002C5C"/>
                </a:solidFill>
                <a:latin typeface="Poppins"/>
                <a:ea typeface="Poppins"/>
                <a:cs typeface="Poppins"/>
                <a:sym typeface="Poppins"/>
              </a:endParaRPr>
            </a:p>
            <a:p>
              <a:pPr indent="0" lvl="0" marL="0" marR="0" rtl="0" algn="l">
                <a:lnSpc>
                  <a:spcPct val="150000"/>
                </a:lnSpc>
                <a:spcBef>
                  <a:spcPts val="0"/>
                </a:spcBef>
                <a:spcAft>
                  <a:spcPts val="0"/>
                </a:spcAft>
                <a:buNone/>
              </a:pPr>
              <a:r>
                <a:rPr lang="en-US" sz="2200">
                  <a:solidFill>
                    <a:srgbClr val="002C5C"/>
                  </a:solidFill>
                  <a:latin typeface="Poppins"/>
                  <a:ea typeface="Poppins"/>
                  <a:cs typeface="Poppins"/>
                  <a:sym typeface="Poppins"/>
                </a:rPr>
                <a:t>As specialists in multi-channel advertising across buy and sell sites</a:t>
              </a:r>
              <a:r>
                <a:rPr b="0" i="0" lang="en-US" sz="2200" u="none" cap="none" strike="noStrike">
                  <a:solidFill>
                    <a:srgbClr val="002C5C"/>
                  </a:solidFill>
                  <a:latin typeface="Poppins"/>
                  <a:ea typeface="Poppins"/>
                  <a:cs typeface="Poppins"/>
                  <a:sym typeface="Poppins"/>
                </a:rPr>
                <a:t>, we deliver advanced strategies—premium inventory buying, dynamic social campaigns, and tailored solutions—to meet your unique objectives.</a:t>
              </a:r>
              <a:endParaRPr sz="2200">
                <a:solidFill>
                  <a:srgbClr val="002C5C"/>
                </a:solidFill>
              </a:endParaRPr>
            </a:p>
            <a:p>
              <a:pPr indent="0" lvl="0" marL="0" marR="0" rtl="0" algn="l">
                <a:lnSpc>
                  <a:spcPct val="150000"/>
                </a:lnSpc>
                <a:spcBef>
                  <a:spcPts val="0"/>
                </a:spcBef>
                <a:spcAft>
                  <a:spcPts val="0"/>
                </a:spcAft>
                <a:buNone/>
              </a:pPr>
              <a:r>
                <a:t/>
              </a:r>
              <a:endParaRPr b="1" i="0" sz="2200" u="none" cap="none" strike="noStrike">
                <a:solidFill>
                  <a:srgbClr val="002C5C"/>
                </a:solidFill>
                <a:latin typeface="Poppins"/>
                <a:ea typeface="Poppins"/>
                <a:cs typeface="Poppins"/>
                <a:sym typeface="Poppins"/>
              </a:endParaRPr>
            </a:p>
            <a:p>
              <a:pPr indent="0" lvl="0" marL="0" marR="0" rtl="0" algn="l">
                <a:lnSpc>
                  <a:spcPct val="150000"/>
                </a:lnSpc>
                <a:spcBef>
                  <a:spcPts val="0"/>
                </a:spcBef>
                <a:spcAft>
                  <a:spcPts val="0"/>
                </a:spcAft>
                <a:buNone/>
              </a:pPr>
              <a:r>
                <a:rPr b="1" i="0" lang="en-US" sz="2200" u="none" cap="none" strike="noStrike">
                  <a:solidFill>
                    <a:srgbClr val="002C5C"/>
                  </a:solidFill>
                  <a:latin typeface="Poppins"/>
                  <a:ea typeface="Poppins"/>
                  <a:cs typeface="Poppins"/>
                  <a:sym typeface="Poppins"/>
                </a:rPr>
                <a:t>Why Volt.Africa?</a:t>
              </a:r>
              <a:endParaRPr b="1" sz="2200">
                <a:solidFill>
                  <a:srgbClr val="002C5C"/>
                </a:solidFill>
              </a:endParaRPr>
            </a:p>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Because we go beyond traditional advertising, creating results-driven campaigns that amplify your brand’s voice and reach the right audience at the right time.</a:t>
              </a:r>
              <a:endParaRPr sz="1900">
                <a:solidFill>
                  <a:srgbClr val="002C5C"/>
                </a:solidFill>
              </a:endParaRPr>
            </a:p>
          </p:txBody>
        </p:sp>
      </p:grpSp>
      <p:cxnSp>
        <p:nvCxnSpPr>
          <p:cNvPr id="110" name="Google Shape;110;p15"/>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111" name="Google Shape;111;p15"/>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sp>
        <p:nvSpPr>
          <p:cNvPr id="112" name="Google Shape;112;p15"/>
          <p:cNvSpPr txBox="1"/>
          <p:nvPr/>
        </p:nvSpPr>
        <p:spPr>
          <a:xfrm>
            <a:off x="9617700" y="2407601"/>
            <a:ext cx="8133600" cy="3386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chemeClr val="dk2"/>
                </a:solidFill>
                <a:latin typeface="Poppins"/>
                <a:ea typeface="Poppins"/>
                <a:cs typeface="Poppins"/>
                <a:sym typeface="Poppins"/>
              </a:rPr>
              <a:t>Volt Africa has forged powerful connections with one of South Africa's premier news platforms, IOL (Independent Online), as well as</a:t>
            </a:r>
            <a:r>
              <a:rPr lang="en-US" sz="2200">
                <a:solidFill>
                  <a:schemeClr val="dk2"/>
                </a:solidFill>
                <a:latin typeface="Poppins"/>
                <a:ea typeface="Poppins"/>
                <a:cs typeface="Poppins"/>
                <a:sym typeface="Poppins"/>
              </a:rPr>
              <a:t> </a:t>
            </a:r>
            <a:r>
              <a:rPr b="0" i="0" lang="en-US" sz="2200" u="none" cap="none" strike="noStrike">
                <a:solidFill>
                  <a:schemeClr val="dk2"/>
                </a:solidFill>
                <a:latin typeface="Poppins"/>
                <a:ea typeface="Poppins"/>
                <a:cs typeface="Poppins"/>
                <a:sym typeface="Poppins"/>
              </a:rPr>
              <a:t>Condé Nast, home to South Africa's leading fashion, beauty</a:t>
            </a:r>
            <a:r>
              <a:rPr lang="en-US" sz="2200">
                <a:solidFill>
                  <a:schemeClr val="dk2"/>
                </a:solidFill>
                <a:latin typeface="Poppins"/>
                <a:ea typeface="Poppins"/>
                <a:cs typeface="Poppins"/>
                <a:sym typeface="Poppins"/>
              </a:rPr>
              <a:t> and entertainment titles. </a:t>
            </a:r>
            <a:r>
              <a:rPr b="0" i="0" lang="en-US" sz="2200" u="none" cap="none" strike="noStrike">
                <a:solidFill>
                  <a:schemeClr val="dk2"/>
                </a:solidFill>
                <a:latin typeface="Poppins"/>
                <a:ea typeface="Poppins"/>
                <a:cs typeface="Poppins"/>
                <a:sym typeface="Poppins"/>
              </a:rPr>
              <a:t> </a:t>
            </a:r>
            <a:r>
              <a:rPr lang="en-US" sz="2200">
                <a:solidFill>
                  <a:schemeClr val="dk2"/>
                </a:solidFill>
                <a:latin typeface="Poppins"/>
                <a:ea typeface="Poppins"/>
                <a:cs typeface="Poppins"/>
                <a:sym typeface="Poppins"/>
              </a:rPr>
              <a:t>O</a:t>
            </a:r>
            <a:r>
              <a:rPr b="0" i="0" lang="en-US" sz="2200" u="none" cap="none" strike="noStrike">
                <a:solidFill>
                  <a:schemeClr val="dk2"/>
                </a:solidFill>
                <a:latin typeface="Poppins"/>
                <a:ea typeface="Poppins"/>
                <a:cs typeface="Poppins"/>
                <a:sym typeface="Poppins"/>
              </a:rPr>
              <a:t>ur exclusive partnership</a:t>
            </a:r>
            <a:r>
              <a:rPr lang="en-US" sz="2200">
                <a:solidFill>
                  <a:schemeClr val="dk2"/>
                </a:solidFill>
                <a:latin typeface="Poppins"/>
                <a:ea typeface="Poppins"/>
                <a:cs typeface="Poppins"/>
                <a:sym typeface="Poppins"/>
              </a:rPr>
              <a:t>s </a:t>
            </a:r>
            <a:r>
              <a:rPr b="0" i="0" lang="en-US" sz="2200" u="none" cap="none" strike="noStrike">
                <a:solidFill>
                  <a:schemeClr val="dk2"/>
                </a:solidFill>
                <a:latin typeface="Poppins"/>
                <a:ea typeface="Poppins"/>
                <a:cs typeface="Poppins"/>
                <a:sym typeface="Poppins"/>
              </a:rPr>
              <a:t>elevate your campaign with prioritised placements, strategically targeted messaging across multiple verticals and platforms</a:t>
            </a:r>
            <a:r>
              <a:rPr lang="en-US" sz="2200">
                <a:solidFill>
                  <a:schemeClr val="dk2"/>
                </a:solidFill>
                <a:latin typeface="Poppins"/>
                <a:ea typeface="Poppins"/>
                <a:cs typeface="Poppins"/>
                <a:sym typeface="Poppins"/>
              </a:rPr>
              <a:t>.</a:t>
            </a:r>
            <a:endParaRPr sz="2200">
              <a:solidFill>
                <a:schemeClr val="dk2"/>
              </a:solidFill>
              <a:latin typeface="Poppins"/>
              <a:ea typeface="Poppins"/>
              <a:cs typeface="Poppins"/>
              <a:sym typeface="Poppins"/>
            </a:endParaRPr>
          </a:p>
        </p:txBody>
      </p:sp>
      <p:sp>
        <p:nvSpPr>
          <p:cNvPr id="113" name="Google Shape;113;p15"/>
          <p:cNvSpPr txBox="1"/>
          <p:nvPr/>
        </p:nvSpPr>
        <p:spPr>
          <a:xfrm>
            <a:off x="9617692" y="1793545"/>
            <a:ext cx="8804100" cy="10467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2000" u="none" cap="none" strike="noStrike">
                <a:solidFill>
                  <a:srgbClr val="888888"/>
                </a:solidFill>
                <a:latin typeface="Poppins"/>
                <a:ea typeface="Poppins"/>
                <a:cs typeface="Poppins"/>
                <a:sym typeface="Poppins"/>
              </a:rPr>
              <a:t>Premium Partnerships</a:t>
            </a:r>
            <a:endParaRPr>
              <a:solidFill>
                <a:srgbClr val="888888"/>
              </a:solidFill>
            </a:endParaRPr>
          </a:p>
          <a:p>
            <a:pPr indent="0" lvl="0" marL="0" marR="0" rtl="0" algn="l">
              <a:lnSpc>
                <a:spcPct val="120000"/>
              </a:lnSpc>
              <a:spcBef>
                <a:spcPts val="0"/>
              </a:spcBef>
              <a:spcAft>
                <a:spcPts val="0"/>
              </a:spcAft>
              <a:buNone/>
            </a:pPr>
            <a:r>
              <a:t/>
            </a:r>
            <a:endParaRPr b="1" i="0" sz="2000" u="none" cap="none" strike="noStrike">
              <a:solidFill>
                <a:srgbClr val="888888"/>
              </a:solidFill>
              <a:latin typeface="Poppins"/>
              <a:ea typeface="Poppins"/>
              <a:cs typeface="Poppins"/>
              <a:sym typeface="Poppins"/>
            </a:endParaRPr>
          </a:p>
          <a:p>
            <a:pPr indent="0" lvl="0" marL="0" marR="0" rtl="0" algn="l">
              <a:lnSpc>
                <a:spcPct val="120000"/>
              </a:lnSpc>
              <a:spcBef>
                <a:spcPts val="0"/>
              </a:spcBef>
              <a:spcAft>
                <a:spcPts val="0"/>
              </a:spcAft>
              <a:buNone/>
            </a:pPr>
            <a:r>
              <a:t/>
            </a:r>
            <a:endParaRPr b="1" i="0" sz="2000" u="none" cap="none" strike="noStrike">
              <a:solidFill>
                <a:srgbClr val="888888"/>
              </a:solidFill>
              <a:latin typeface="Poppins"/>
              <a:ea typeface="Poppins"/>
              <a:cs typeface="Poppins"/>
              <a:sym typeface="Poppins"/>
            </a:endParaRPr>
          </a:p>
        </p:txBody>
      </p:sp>
      <p:grpSp>
        <p:nvGrpSpPr>
          <p:cNvPr id="114" name="Google Shape;114;p15"/>
          <p:cNvGrpSpPr/>
          <p:nvPr/>
        </p:nvGrpSpPr>
        <p:grpSpPr>
          <a:xfrm>
            <a:off x="10296186" y="8192891"/>
            <a:ext cx="1419930" cy="380365"/>
            <a:chOff x="0" y="-47625"/>
            <a:chExt cx="1310503" cy="351052"/>
          </a:xfrm>
        </p:grpSpPr>
        <p:sp>
          <p:nvSpPr>
            <p:cNvPr id="115" name="Google Shape;115;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16" name="Google Shape;116;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17" name="Google Shape;117;p15"/>
          <p:cNvGrpSpPr/>
          <p:nvPr/>
        </p:nvGrpSpPr>
        <p:grpSpPr>
          <a:xfrm>
            <a:off x="11869373" y="7281330"/>
            <a:ext cx="1419930" cy="380365"/>
            <a:chOff x="0" y="-47625"/>
            <a:chExt cx="1310503" cy="351052"/>
          </a:xfrm>
        </p:grpSpPr>
        <p:sp>
          <p:nvSpPr>
            <p:cNvPr id="118" name="Google Shape;118;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19" name="Google Shape;119;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0" name="Google Shape;120;p15"/>
          <p:cNvGrpSpPr/>
          <p:nvPr/>
        </p:nvGrpSpPr>
        <p:grpSpPr>
          <a:xfrm>
            <a:off x="13442560" y="7281330"/>
            <a:ext cx="1419930" cy="380365"/>
            <a:chOff x="0" y="-47625"/>
            <a:chExt cx="1310503" cy="351052"/>
          </a:xfrm>
        </p:grpSpPr>
        <p:sp>
          <p:nvSpPr>
            <p:cNvPr id="121" name="Google Shape;121;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2" name="Google Shape;122;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3" name="Google Shape;123;p15"/>
          <p:cNvGrpSpPr/>
          <p:nvPr/>
        </p:nvGrpSpPr>
        <p:grpSpPr>
          <a:xfrm>
            <a:off x="10296186" y="7282678"/>
            <a:ext cx="1419930" cy="380365"/>
            <a:chOff x="0" y="-47625"/>
            <a:chExt cx="1310503" cy="351052"/>
          </a:xfrm>
        </p:grpSpPr>
        <p:sp>
          <p:nvSpPr>
            <p:cNvPr id="124" name="Google Shape;124;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5" name="Google Shape;125;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6" name="Google Shape;126;p15"/>
          <p:cNvGrpSpPr/>
          <p:nvPr/>
        </p:nvGrpSpPr>
        <p:grpSpPr>
          <a:xfrm>
            <a:off x="10296186" y="6826223"/>
            <a:ext cx="1419930" cy="380365"/>
            <a:chOff x="0" y="-47625"/>
            <a:chExt cx="1310503" cy="351052"/>
          </a:xfrm>
        </p:grpSpPr>
        <p:sp>
          <p:nvSpPr>
            <p:cNvPr id="127" name="Google Shape;127;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8" name="Google Shape;128;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9" name="Google Shape;129;p15"/>
          <p:cNvGrpSpPr/>
          <p:nvPr/>
        </p:nvGrpSpPr>
        <p:grpSpPr>
          <a:xfrm>
            <a:off x="11869373" y="6826223"/>
            <a:ext cx="1419930" cy="380365"/>
            <a:chOff x="0" y="-47625"/>
            <a:chExt cx="1310503" cy="351052"/>
          </a:xfrm>
        </p:grpSpPr>
        <p:sp>
          <p:nvSpPr>
            <p:cNvPr id="130" name="Google Shape;130;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1" name="Google Shape;131;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2" name="Google Shape;132;p15"/>
          <p:cNvGrpSpPr/>
          <p:nvPr/>
        </p:nvGrpSpPr>
        <p:grpSpPr>
          <a:xfrm>
            <a:off x="13442560" y="6826223"/>
            <a:ext cx="1419930" cy="380365"/>
            <a:chOff x="0" y="-47625"/>
            <a:chExt cx="1310503" cy="351052"/>
          </a:xfrm>
        </p:grpSpPr>
        <p:sp>
          <p:nvSpPr>
            <p:cNvPr id="133" name="Google Shape;13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4" name="Google Shape;13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5" name="Google Shape;135;p15"/>
          <p:cNvGrpSpPr/>
          <p:nvPr/>
        </p:nvGrpSpPr>
        <p:grpSpPr>
          <a:xfrm>
            <a:off x="10296186" y="7737785"/>
            <a:ext cx="1419930" cy="380365"/>
            <a:chOff x="0" y="-47625"/>
            <a:chExt cx="1310503" cy="351052"/>
          </a:xfrm>
        </p:grpSpPr>
        <p:sp>
          <p:nvSpPr>
            <p:cNvPr id="136" name="Google Shape;13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7" name="Google Shape;13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8" name="Google Shape;138;p15"/>
          <p:cNvGrpSpPr/>
          <p:nvPr/>
        </p:nvGrpSpPr>
        <p:grpSpPr>
          <a:xfrm>
            <a:off x="11869373" y="7737785"/>
            <a:ext cx="1419930" cy="380365"/>
            <a:chOff x="0" y="-47625"/>
            <a:chExt cx="1310503" cy="351052"/>
          </a:xfrm>
        </p:grpSpPr>
        <p:sp>
          <p:nvSpPr>
            <p:cNvPr id="139" name="Google Shape;13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0" name="Google Shape;14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1" name="Google Shape;141;p15"/>
          <p:cNvGrpSpPr/>
          <p:nvPr/>
        </p:nvGrpSpPr>
        <p:grpSpPr>
          <a:xfrm>
            <a:off x="13442560" y="7737785"/>
            <a:ext cx="1419930" cy="380365"/>
            <a:chOff x="0" y="-47625"/>
            <a:chExt cx="1310503" cy="351052"/>
          </a:xfrm>
        </p:grpSpPr>
        <p:sp>
          <p:nvSpPr>
            <p:cNvPr id="142" name="Google Shape;14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3" name="Google Shape;14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4" name="Google Shape;144;p15"/>
          <p:cNvGrpSpPr/>
          <p:nvPr/>
        </p:nvGrpSpPr>
        <p:grpSpPr>
          <a:xfrm>
            <a:off x="11869373" y="8194552"/>
            <a:ext cx="1419930" cy="380365"/>
            <a:chOff x="0" y="-47625"/>
            <a:chExt cx="1310503" cy="351052"/>
          </a:xfrm>
        </p:grpSpPr>
        <p:sp>
          <p:nvSpPr>
            <p:cNvPr id="145" name="Google Shape;145;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6" name="Google Shape;146;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7" name="Google Shape;147;p15"/>
          <p:cNvGrpSpPr/>
          <p:nvPr/>
        </p:nvGrpSpPr>
        <p:grpSpPr>
          <a:xfrm>
            <a:off x="13443194" y="8194552"/>
            <a:ext cx="1419930" cy="380365"/>
            <a:chOff x="0" y="-47625"/>
            <a:chExt cx="1310503" cy="351052"/>
          </a:xfrm>
        </p:grpSpPr>
        <p:sp>
          <p:nvSpPr>
            <p:cNvPr id="148" name="Google Shape;148;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9" name="Google Shape;149;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0" name="Google Shape;150;p15"/>
          <p:cNvGrpSpPr/>
          <p:nvPr/>
        </p:nvGrpSpPr>
        <p:grpSpPr>
          <a:xfrm>
            <a:off x="15015340" y="7279669"/>
            <a:ext cx="1419930" cy="380365"/>
            <a:chOff x="0" y="-47625"/>
            <a:chExt cx="1310503" cy="351052"/>
          </a:xfrm>
        </p:grpSpPr>
        <p:sp>
          <p:nvSpPr>
            <p:cNvPr id="151" name="Google Shape;151;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2" name="Google Shape;152;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3" name="Google Shape;153;p15"/>
          <p:cNvGrpSpPr/>
          <p:nvPr/>
        </p:nvGrpSpPr>
        <p:grpSpPr>
          <a:xfrm>
            <a:off x="15015340" y="6824562"/>
            <a:ext cx="1419930" cy="380365"/>
            <a:chOff x="0" y="-47625"/>
            <a:chExt cx="1310503" cy="351052"/>
          </a:xfrm>
        </p:grpSpPr>
        <p:sp>
          <p:nvSpPr>
            <p:cNvPr id="154" name="Google Shape;154;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5" name="Google Shape;155;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6" name="Google Shape;156;p15"/>
          <p:cNvGrpSpPr/>
          <p:nvPr/>
        </p:nvGrpSpPr>
        <p:grpSpPr>
          <a:xfrm>
            <a:off x="15015340" y="7736124"/>
            <a:ext cx="1419930" cy="380365"/>
            <a:chOff x="0" y="-47625"/>
            <a:chExt cx="1310503" cy="351052"/>
          </a:xfrm>
        </p:grpSpPr>
        <p:sp>
          <p:nvSpPr>
            <p:cNvPr id="157" name="Google Shape;157;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8" name="Google Shape;158;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9" name="Google Shape;159;p15"/>
          <p:cNvGrpSpPr/>
          <p:nvPr/>
        </p:nvGrpSpPr>
        <p:grpSpPr>
          <a:xfrm>
            <a:off x="15015974" y="8192891"/>
            <a:ext cx="1419930" cy="380365"/>
            <a:chOff x="0" y="-47625"/>
            <a:chExt cx="1310503" cy="351052"/>
          </a:xfrm>
        </p:grpSpPr>
        <p:sp>
          <p:nvSpPr>
            <p:cNvPr id="160" name="Google Shape;160;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1" name="Google Shape;161;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2" name="Google Shape;162;p15"/>
          <p:cNvGrpSpPr/>
          <p:nvPr/>
        </p:nvGrpSpPr>
        <p:grpSpPr>
          <a:xfrm>
            <a:off x="10311822" y="6392012"/>
            <a:ext cx="1419930" cy="380365"/>
            <a:chOff x="0" y="-47625"/>
            <a:chExt cx="1310503" cy="351052"/>
          </a:xfrm>
        </p:grpSpPr>
        <p:sp>
          <p:nvSpPr>
            <p:cNvPr id="163" name="Google Shape;16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4" name="Google Shape;16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5" name="Google Shape;165;p15"/>
          <p:cNvGrpSpPr/>
          <p:nvPr/>
        </p:nvGrpSpPr>
        <p:grpSpPr>
          <a:xfrm>
            <a:off x="11885009" y="6392012"/>
            <a:ext cx="1419930" cy="380365"/>
            <a:chOff x="0" y="-47625"/>
            <a:chExt cx="1310503" cy="351052"/>
          </a:xfrm>
        </p:grpSpPr>
        <p:sp>
          <p:nvSpPr>
            <p:cNvPr id="166" name="Google Shape;16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7" name="Google Shape;16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8" name="Google Shape;168;p15"/>
          <p:cNvGrpSpPr/>
          <p:nvPr/>
        </p:nvGrpSpPr>
        <p:grpSpPr>
          <a:xfrm>
            <a:off x="13458195" y="6392012"/>
            <a:ext cx="1419930" cy="380365"/>
            <a:chOff x="0" y="-47625"/>
            <a:chExt cx="1310503" cy="351052"/>
          </a:xfrm>
        </p:grpSpPr>
        <p:sp>
          <p:nvSpPr>
            <p:cNvPr id="169" name="Google Shape;16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70" name="Google Shape;17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71" name="Google Shape;171;p15"/>
          <p:cNvGrpSpPr/>
          <p:nvPr/>
        </p:nvGrpSpPr>
        <p:grpSpPr>
          <a:xfrm>
            <a:off x="15030975" y="6390351"/>
            <a:ext cx="1419930" cy="380365"/>
            <a:chOff x="0" y="-47625"/>
            <a:chExt cx="1310503" cy="351052"/>
          </a:xfrm>
        </p:grpSpPr>
        <p:sp>
          <p:nvSpPr>
            <p:cNvPr id="172" name="Google Shape;17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73" name="Google Shape;17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sp>
        <p:nvSpPr>
          <p:cNvPr id="174" name="Google Shape;174;p15"/>
          <p:cNvSpPr/>
          <p:nvPr/>
        </p:nvSpPr>
        <p:spPr>
          <a:xfrm>
            <a:off x="11964954" y="6504267"/>
            <a:ext cx="1228540" cy="204096"/>
          </a:xfrm>
          <a:custGeom>
            <a:rect b="b" l="l" r="r" t="t"/>
            <a:pathLst>
              <a:path extrusionOk="0" h="246642" w="1484640">
                <a:moveTo>
                  <a:pt x="0" y="0"/>
                </a:moveTo>
                <a:lnTo>
                  <a:pt x="1484640" y="0"/>
                </a:lnTo>
                <a:lnTo>
                  <a:pt x="1484640" y="246642"/>
                </a:lnTo>
                <a:lnTo>
                  <a:pt x="0" y="246642"/>
                </a:lnTo>
                <a:lnTo>
                  <a:pt x="0" y="0"/>
                </a:lnTo>
                <a:close/>
              </a:path>
            </a:pathLst>
          </a:custGeom>
          <a:blipFill rotWithShape="1">
            <a:blip r:embed="rId4">
              <a:alphaModFix/>
            </a:blip>
            <a:stretch>
              <a:fillRect b="0" l="0" r="0" t="0"/>
            </a:stretch>
          </a:blipFill>
          <a:ln>
            <a:noFill/>
          </a:ln>
        </p:spPr>
      </p:sp>
      <p:sp>
        <p:nvSpPr>
          <p:cNvPr id="175" name="Google Shape;175;p15"/>
          <p:cNvSpPr/>
          <p:nvPr/>
        </p:nvSpPr>
        <p:spPr>
          <a:xfrm>
            <a:off x="10771983" y="6464707"/>
            <a:ext cx="390024" cy="283202"/>
          </a:xfrm>
          <a:custGeom>
            <a:rect b="b" l="l" r="r" t="t"/>
            <a:pathLst>
              <a:path extrusionOk="0" h="342238" w="471328">
                <a:moveTo>
                  <a:pt x="0" y="0"/>
                </a:moveTo>
                <a:lnTo>
                  <a:pt x="471328" y="0"/>
                </a:lnTo>
                <a:lnTo>
                  <a:pt x="471328" y="342238"/>
                </a:lnTo>
                <a:lnTo>
                  <a:pt x="0" y="342238"/>
                </a:lnTo>
                <a:lnTo>
                  <a:pt x="0" y="0"/>
                </a:lnTo>
                <a:close/>
              </a:path>
            </a:pathLst>
          </a:custGeom>
          <a:blipFill rotWithShape="1">
            <a:blip r:embed="rId5">
              <a:alphaModFix/>
            </a:blip>
            <a:stretch>
              <a:fillRect b="0" l="0" r="0" t="0"/>
            </a:stretch>
          </a:blipFill>
          <a:ln>
            <a:noFill/>
          </a:ln>
        </p:spPr>
      </p:sp>
      <p:sp>
        <p:nvSpPr>
          <p:cNvPr id="176" name="Google Shape;176;p15"/>
          <p:cNvSpPr/>
          <p:nvPr/>
        </p:nvSpPr>
        <p:spPr>
          <a:xfrm>
            <a:off x="13645375" y="6283726"/>
            <a:ext cx="981617" cy="732437"/>
          </a:xfrm>
          <a:custGeom>
            <a:rect b="b" l="l" r="r" t="t"/>
            <a:pathLst>
              <a:path extrusionOk="0" h="885120" w="1186244">
                <a:moveTo>
                  <a:pt x="0" y="0"/>
                </a:moveTo>
                <a:lnTo>
                  <a:pt x="1186244" y="0"/>
                </a:lnTo>
                <a:lnTo>
                  <a:pt x="1186244" y="885120"/>
                </a:lnTo>
                <a:lnTo>
                  <a:pt x="0" y="885120"/>
                </a:lnTo>
                <a:lnTo>
                  <a:pt x="0" y="0"/>
                </a:lnTo>
                <a:close/>
              </a:path>
            </a:pathLst>
          </a:custGeom>
          <a:blipFill rotWithShape="1">
            <a:blip r:embed="rId6">
              <a:alphaModFix/>
            </a:blip>
            <a:stretch>
              <a:fillRect b="0" l="0" r="0" t="0"/>
            </a:stretch>
          </a:blipFill>
          <a:ln>
            <a:noFill/>
          </a:ln>
        </p:spPr>
      </p:sp>
      <p:sp>
        <p:nvSpPr>
          <p:cNvPr id="177" name="Google Shape;177;p15"/>
          <p:cNvSpPr/>
          <p:nvPr/>
        </p:nvSpPr>
        <p:spPr>
          <a:xfrm>
            <a:off x="10495326" y="6953902"/>
            <a:ext cx="986394" cy="176577"/>
          </a:xfrm>
          <a:custGeom>
            <a:rect b="b" l="l" r="r" t="t"/>
            <a:pathLst>
              <a:path extrusionOk="0" h="213386" w="1192017">
                <a:moveTo>
                  <a:pt x="0" y="0"/>
                </a:moveTo>
                <a:lnTo>
                  <a:pt x="1192018" y="0"/>
                </a:lnTo>
                <a:lnTo>
                  <a:pt x="1192018" y="213386"/>
                </a:lnTo>
                <a:lnTo>
                  <a:pt x="0" y="213386"/>
                </a:lnTo>
                <a:lnTo>
                  <a:pt x="0" y="0"/>
                </a:lnTo>
                <a:close/>
              </a:path>
            </a:pathLst>
          </a:custGeom>
          <a:blipFill rotWithShape="1">
            <a:blip r:embed="rId7">
              <a:alphaModFix/>
            </a:blip>
            <a:stretch>
              <a:fillRect b="0" l="0" r="0" t="0"/>
            </a:stretch>
          </a:blipFill>
          <a:ln>
            <a:noFill/>
          </a:ln>
        </p:spPr>
      </p:sp>
      <p:sp>
        <p:nvSpPr>
          <p:cNvPr id="178" name="Google Shape;178;p15"/>
          <p:cNvSpPr/>
          <p:nvPr/>
        </p:nvSpPr>
        <p:spPr>
          <a:xfrm>
            <a:off x="12274096" y="6907901"/>
            <a:ext cx="641634" cy="268562"/>
          </a:xfrm>
          <a:custGeom>
            <a:rect b="b" l="l" r="r" t="t"/>
            <a:pathLst>
              <a:path extrusionOk="0" h="324546" w="775388">
                <a:moveTo>
                  <a:pt x="0" y="0"/>
                </a:moveTo>
                <a:lnTo>
                  <a:pt x="775388" y="0"/>
                </a:lnTo>
                <a:lnTo>
                  <a:pt x="775388" y="324546"/>
                </a:lnTo>
                <a:lnTo>
                  <a:pt x="0" y="324546"/>
                </a:lnTo>
                <a:lnTo>
                  <a:pt x="0" y="0"/>
                </a:lnTo>
                <a:close/>
              </a:path>
            </a:pathLst>
          </a:custGeom>
          <a:blipFill rotWithShape="1">
            <a:blip r:embed="rId8">
              <a:alphaModFix/>
            </a:blip>
            <a:stretch>
              <a:fillRect b="0" l="0" r="0" t="0"/>
            </a:stretch>
          </a:blipFill>
          <a:ln>
            <a:noFill/>
          </a:ln>
        </p:spPr>
      </p:sp>
      <p:sp>
        <p:nvSpPr>
          <p:cNvPr id="179" name="Google Shape;179;p15"/>
          <p:cNvSpPr/>
          <p:nvPr/>
        </p:nvSpPr>
        <p:spPr>
          <a:xfrm>
            <a:off x="13609468" y="6907615"/>
            <a:ext cx="1117176" cy="290025"/>
          </a:xfrm>
          <a:custGeom>
            <a:rect b="b" l="l" r="r" t="t"/>
            <a:pathLst>
              <a:path extrusionOk="0" h="350483" w="1350062">
                <a:moveTo>
                  <a:pt x="0" y="0"/>
                </a:moveTo>
                <a:lnTo>
                  <a:pt x="1350061" y="0"/>
                </a:lnTo>
                <a:lnTo>
                  <a:pt x="1350061" y="350484"/>
                </a:lnTo>
                <a:lnTo>
                  <a:pt x="0" y="350484"/>
                </a:lnTo>
                <a:lnTo>
                  <a:pt x="0" y="0"/>
                </a:lnTo>
                <a:close/>
              </a:path>
            </a:pathLst>
          </a:custGeom>
          <a:blipFill rotWithShape="1">
            <a:blip r:embed="rId9">
              <a:alphaModFix/>
            </a:blip>
            <a:stretch>
              <a:fillRect b="0" l="0" r="0" t="0"/>
            </a:stretch>
          </a:blipFill>
          <a:ln>
            <a:noFill/>
          </a:ln>
        </p:spPr>
      </p:sp>
      <p:sp>
        <p:nvSpPr>
          <p:cNvPr id="180" name="Google Shape;180;p15"/>
          <p:cNvSpPr/>
          <p:nvPr/>
        </p:nvSpPr>
        <p:spPr>
          <a:xfrm>
            <a:off x="15217159" y="6473778"/>
            <a:ext cx="1132029" cy="268386"/>
          </a:xfrm>
          <a:custGeom>
            <a:rect b="b" l="l" r="r" t="t"/>
            <a:pathLst>
              <a:path extrusionOk="0" h="324333" w="1368011">
                <a:moveTo>
                  <a:pt x="0" y="0"/>
                </a:moveTo>
                <a:lnTo>
                  <a:pt x="1368011" y="0"/>
                </a:lnTo>
                <a:lnTo>
                  <a:pt x="1368011" y="324332"/>
                </a:lnTo>
                <a:lnTo>
                  <a:pt x="0" y="324332"/>
                </a:lnTo>
                <a:lnTo>
                  <a:pt x="0" y="0"/>
                </a:lnTo>
                <a:close/>
              </a:path>
            </a:pathLst>
          </a:custGeom>
          <a:blipFill rotWithShape="1">
            <a:blip r:embed="rId10">
              <a:alphaModFix/>
            </a:blip>
            <a:stretch>
              <a:fillRect b="0" l="0" r="0" t="0"/>
            </a:stretch>
          </a:blipFill>
          <a:ln>
            <a:noFill/>
          </a:ln>
        </p:spPr>
      </p:sp>
      <p:sp>
        <p:nvSpPr>
          <p:cNvPr id="181" name="Google Shape;181;p15"/>
          <p:cNvSpPr/>
          <p:nvPr/>
        </p:nvSpPr>
        <p:spPr>
          <a:xfrm>
            <a:off x="11999354" y="7425059"/>
            <a:ext cx="1159752" cy="147177"/>
          </a:xfrm>
          <a:custGeom>
            <a:rect b="b" l="l" r="r" t="t"/>
            <a:pathLst>
              <a:path extrusionOk="0" h="177857" w="1401513">
                <a:moveTo>
                  <a:pt x="0" y="0"/>
                </a:moveTo>
                <a:lnTo>
                  <a:pt x="1401513" y="0"/>
                </a:lnTo>
                <a:lnTo>
                  <a:pt x="1401513" y="177857"/>
                </a:lnTo>
                <a:lnTo>
                  <a:pt x="0" y="177857"/>
                </a:lnTo>
                <a:lnTo>
                  <a:pt x="0" y="0"/>
                </a:lnTo>
                <a:close/>
              </a:path>
            </a:pathLst>
          </a:custGeom>
          <a:blipFill rotWithShape="1">
            <a:blip r:embed="rId11">
              <a:alphaModFix/>
            </a:blip>
            <a:stretch>
              <a:fillRect b="0" l="0" r="0" t="0"/>
            </a:stretch>
          </a:blipFill>
          <a:ln>
            <a:noFill/>
          </a:ln>
        </p:spPr>
      </p:sp>
      <p:sp>
        <p:nvSpPr>
          <p:cNvPr id="182" name="Google Shape;182;p15"/>
          <p:cNvSpPr/>
          <p:nvPr/>
        </p:nvSpPr>
        <p:spPr>
          <a:xfrm>
            <a:off x="13624878" y="7425059"/>
            <a:ext cx="1016121" cy="166433"/>
          </a:xfrm>
          <a:custGeom>
            <a:rect b="b" l="l" r="r" t="t"/>
            <a:pathLst>
              <a:path extrusionOk="0" h="201128" w="1227941">
                <a:moveTo>
                  <a:pt x="0" y="0"/>
                </a:moveTo>
                <a:lnTo>
                  <a:pt x="1227941" y="0"/>
                </a:lnTo>
                <a:lnTo>
                  <a:pt x="1227941" y="201128"/>
                </a:lnTo>
                <a:lnTo>
                  <a:pt x="0" y="201128"/>
                </a:lnTo>
                <a:lnTo>
                  <a:pt x="0" y="0"/>
                </a:lnTo>
                <a:close/>
              </a:path>
            </a:pathLst>
          </a:custGeom>
          <a:blipFill rotWithShape="1">
            <a:blip r:embed="rId12">
              <a:alphaModFix/>
            </a:blip>
            <a:stretch>
              <a:fillRect b="0" l="0" r="0" t="0"/>
            </a:stretch>
          </a:blipFill>
          <a:ln>
            <a:noFill/>
          </a:ln>
        </p:spPr>
      </p:sp>
      <p:sp>
        <p:nvSpPr>
          <p:cNvPr id="183" name="Google Shape;183;p15"/>
          <p:cNvSpPr/>
          <p:nvPr/>
        </p:nvSpPr>
        <p:spPr>
          <a:xfrm>
            <a:off x="10616933" y="7867158"/>
            <a:ext cx="743224" cy="190230"/>
          </a:xfrm>
          <a:custGeom>
            <a:rect b="b" l="l" r="r" t="t"/>
            <a:pathLst>
              <a:path extrusionOk="0" h="229885" w="898156">
                <a:moveTo>
                  <a:pt x="0" y="0"/>
                </a:moveTo>
                <a:lnTo>
                  <a:pt x="898156" y="0"/>
                </a:lnTo>
                <a:lnTo>
                  <a:pt x="898156" y="229885"/>
                </a:lnTo>
                <a:lnTo>
                  <a:pt x="0" y="229885"/>
                </a:lnTo>
                <a:lnTo>
                  <a:pt x="0" y="0"/>
                </a:lnTo>
                <a:close/>
              </a:path>
            </a:pathLst>
          </a:custGeom>
          <a:blipFill rotWithShape="1">
            <a:blip r:embed="rId13">
              <a:alphaModFix/>
            </a:blip>
            <a:stretch>
              <a:fillRect b="0" l="0" r="0" t="0"/>
            </a:stretch>
          </a:blipFill>
          <a:ln>
            <a:noFill/>
          </a:ln>
        </p:spPr>
      </p:sp>
      <p:sp>
        <p:nvSpPr>
          <p:cNvPr id="184" name="Google Shape;184;p15"/>
          <p:cNvSpPr/>
          <p:nvPr/>
        </p:nvSpPr>
        <p:spPr>
          <a:xfrm>
            <a:off x="12185308" y="7860506"/>
            <a:ext cx="787911" cy="183167"/>
          </a:xfrm>
          <a:custGeom>
            <a:rect b="b" l="l" r="r" t="t"/>
            <a:pathLst>
              <a:path extrusionOk="0" h="221350" w="952158">
                <a:moveTo>
                  <a:pt x="0" y="0"/>
                </a:moveTo>
                <a:lnTo>
                  <a:pt x="952158" y="0"/>
                </a:lnTo>
                <a:lnTo>
                  <a:pt x="952158" y="221350"/>
                </a:lnTo>
                <a:lnTo>
                  <a:pt x="0" y="221350"/>
                </a:lnTo>
                <a:lnTo>
                  <a:pt x="0" y="0"/>
                </a:lnTo>
                <a:close/>
              </a:path>
            </a:pathLst>
          </a:custGeom>
          <a:blipFill rotWithShape="1">
            <a:blip r:embed="rId14">
              <a:alphaModFix/>
            </a:blip>
            <a:stretch>
              <a:fillRect b="0" l="0" r="0" t="0"/>
            </a:stretch>
          </a:blipFill>
          <a:ln>
            <a:noFill/>
          </a:ln>
        </p:spPr>
      </p:sp>
      <p:sp>
        <p:nvSpPr>
          <p:cNvPr id="185" name="Google Shape;185;p15"/>
          <p:cNvSpPr/>
          <p:nvPr/>
        </p:nvSpPr>
        <p:spPr>
          <a:xfrm>
            <a:off x="15134735" y="7362162"/>
            <a:ext cx="1180923" cy="272949"/>
          </a:xfrm>
          <a:custGeom>
            <a:rect b="b" l="l" r="r" t="t"/>
            <a:pathLst>
              <a:path extrusionOk="0" h="329848" w="1427097">
                <a:moveTo>
                  <a:pt x="0" y="0"/>
                </a:moveTo>
                <a:lnTo>
                  <a:pt x="1427097" y="0"/>
                </a:lnTo>
                <a:lnTo>
                  <a:pt x="1427097" y="329848"/>
                </a:lnTo>
                <a:lnTo>
                  <a:pt x="0" y="329848"/>
                </a:lnTo>
                <a:lnTo>
                  <a:pt x="0" y="0"/>
                </a:lnTo>
                <a:close/>
              </a:path>
            </a:pathLst>
          </a:custGeom>
          <a:blipFill rotWithShape="1">
            <a:blip r:embed="rId15">
              <a:alphaModFix/>
            </a:blip>
            <a:stretch>
              <a:fillRect b="0" l="0" r="0" t="0"/>
            </a:stretch>
          </a:blipFill>
          <a:ln>
            <a:noFill/>
          </a:ln>
        </p:spPr>
      </p:sp>
      <p:sp>
        <p:nvSpPr>
          <p:cNvPr id="186" name="Google Shape;186;p15"/>
          <p:cNvSpPr/>
          <p:nvPr/>
        </p:nvSpPr>
        <p:spPr>
          <a:xfrm>
            <a:off x="10464755" y="8168814"/>
            <a:ext cx="1047523" cy="522311"/>
          </a:xfrm>
          <a:custGeom>
            <a:rect b="b" l="l" r="r" t="t"/>
            <a:pathLst>
              <a:path extrusionOk="0" h="631191" w="1265889">
                <a:moveTo>
                  <a:pt x="0" y="0"/>
                </a:moveTo>
                <a:lnTo>
                  <a:pt x="1265890" y="0"/>
                </a:lnTo>
                <a:lnTo>
                  <a:pt x="1265890" y="631191"/>
                </a:lnTo>
                <a:lnTo>
                  <a:pt x="0" y="631191"/>
                </a:lnTo>
                <a:lnTo>
                  <a:pt x="0" y="0"/>
                </a:lnTo>
                <a:close/>
              </a:path>
            </a:pathLst>
          </a:custGeom>
          <a:blipFill rotWithShape="1">
            <a:blip r:embed="rId16">
              <a:alphaModFix/>
            </a:blip>
            <a:stretch>
              <a:fillRect b="0" l="0" r="0" t="0"/>
            </a:stretch>
          </a:blipFill>
          <a:ln>
            <a:noFill/>
          </a:ln>
        </p:spPr>
      </p:sp>
      <p:sp>
        <p:nvSpPr>
          <p:cNvPr id="187" name="Google Shape;187;p15"/>
          <p:cNvSpPr/>
          <p:nvPr/>
        </p:nvSpPr>
        <p:spPr>
          <a:xfrm>
            <a:off x="12274096" y="8287669"/>
            <a:ext cx="499455" cy="247646"/>
          </a:xfrm>
          <a:custGeom>
            <a:rect b="b" l="l" r="r" t="t"/>
            <a:pathLst>
              <a:path extrusionOk="0" h="299270" w="603571">
                <a:moveTo>
                  <a:pt x="0" y="0"/>
                </a:moveTo>
                <a:lnTo>
                  <a:pt x="603570" y="0"/>
                </a:lnTo>
                <a:lnTo>
                  <a:pt x="603570" y="299270"/>
                </a:lnTo>
                <a:lnTo>
                  <a:pt x="0" y="299270"/>
                </a:lnTo>
                <a:lnTo>
                  <a:pt x="0" y="0"/>
                </a:lnTo>
                <a:close/>
              </a:path>
            </a:pathLst>
          </a:custGeom>
          <a:blipFill rotWithShape="1">
            <a:blip r:embed="rId17">
              <a:alphaModFix/>
            </a:blip>
            <a:stretch>
              <a:fillRect b="0" l="0" r="0" t="0"/>
            </a:stretch>
          </a:blipFill>
          <a:ln>
            <a:noFill/>
          </a:ln>
        </p:spPr>
      </p:sp>
      <p:sp>
        <p:nvSpPr>
          <p:cNvPr id="188" name="Google Shape;188;p15"/>
          <p:cNvSpPr/>
          <p:nvPr/>
        </p:nvSpPr>
        <p:spPr>
          <a:xfrm>
            <a:off x="13788816" y="8208545"/>
            <a:ext cx="805872" cy="400585"/>
          </a:xfrm>
          <a:custGeom>
            <a:rect b="b" l="l" r="r" t="t"/>
            <a:pathLst>
              <a:path extrusionOk="0" h="484091" w="973863">
                <a:moveTo>
                  <a:pt x="0" y="0"/>
                </a:moveTo>
                <a:lnTo>
                  <a:pt x="973863" y="0"/>
                </a:lnTo>
                <a:lnTo>
                  <a:pt x="973863" y="484091"/>
                </a:lnTo>
                <a:lnTo>
                  <a:pt x="0" y="484091"/>
                </a:lnTo>
                <a:lnTo>
                  <a:pt x="0" y="0"/>
                </a:lnTo>
                <a:close/>
              </a:path>
            </a:pathLst>
          </a:custGeom>
          <a:blipFill rotWithShape="1">
            <a:blip r:embed="rId18">
              <a:alphaModFix/>
            </a:blip>
            <a:stretch>
              <a:fillRect b="0" l="0" r="0" t="0"/>
            </a:stretch>
          </a:blipFill>
          <a:ln>
            <a:noFill/>
          </a:ln>
        </p:spPr>
      </p:sp>
      <p:sp>
        <p:nvSpPr>
          <p:cNvPr id="189" name="Google Shape;189;p15"/>
          <p:cNvSpPr/>
          <p:nvPr/>
        </p:nvSpPr>
        <p:spPr>
          <a:xfrm>
            <a:off x="13624878" y="7596751"/>
            <a:ext cx="1115871" cy="730946"/>
          </a:xfrm>
          <a:custGeom>
            <a:rect b="b" l="l" r="r" t="t"/>
            <a:pathLst>
              <a:path extrusionOk="0" h="883319" w="1348485">
                <a:moveTo>
                  <a:pt x="0" y="0"/>
                </a:moveTo>
                <a:lnTo>
                  <a:pt x="1348484" y="0"/>
                </a:lnTo>
                <a:lnTo>
                  <a:pt x="1348484" y="883319"/>
                </a:lnTo>
                <a:lnTo>
                  <a:pt x="0" y="883319"/>
                </a:lnTo>
                <a:lnTo>
                  <a:pt x="0" y="0"/>
                </a:lnTo>
                <a:close/>
              </a:path>
            </a:pathLst>
          </a:custGeom>
          <a:blipFill rotWithShape="1">
            <a:blip r:embed="rId19">
              <a:alphaModFix/>
            </a:blip>
            <a:stretch>
              <a:fillRect b="0" l="0" r="0" t="0"/>
            </a:stretch>
          </a:blipFill>
          <a:ln>
            <a:noFill/>
          </a:ln>
        </p:spPr>
      </p:sp>
      <p:sp>
        <p:nvSpPr>
          <p:cNvPr id="190" name="Google Shape;190;p15"/>
          <p:cNvSpPr/>
          <p:nvPr/>
        </p:nvSpPr>
        <p:spPr>
          <a:xfrm>
            <a:off x="15107419" y="7530995"/>
            <a:ext cx="1327606" cy="862435"/>
          </a:xfrm>
          <a:custGeom>
            <a:rect b="b" l="l" r="r" t="t"/>
            <a:pathLst>
              <a:path extrusionOk="0" h="1042217" w="1604358">
                <a:moveTo>
                  <a:pt x="0" y="0"/>
                </a:moveTo>
                <a:lnTo>
                  <a:pt x="1604357" y="0"/>
                </a:lnTo>
                <a:lnTo>
                  <a:pt x="1604357" y="1042217"/>
                </a:lnTo>
                <a:lnTo>
                  <a:pt x="0" y="1042217"/>
                </a:lnTo>
                <a:lnTo>
                  <a:pt x="0" y="0"/>
                </a:lnTo>
                <a:close/>
              </a:path>
            </a:pathLst>
          </a:custGeom>
          <a:blipFill rotWithShape="1">
            <a:blip r:embed="rId20">
              <a:alphaModFix/>
            </a:blip>
            <a:stretch>
              <a:fillRect b="0" l="0" r="0" t="0"/>
            </a:stretch>
          </a:blipFill>
          <a:ln>
            <a:noFill/>
          </a:ln>
        </p:spPr>
      </p:sp>
      <p:sp>
        <p:nvSpPr>
          <p:cNvPr id="191" name="Google Shape;191;p15"/>
          <p:cNvSpPr/>
          <p:nvPr/>
        </p:nvSpPr>
        <p:spPr>
          <a:xfrm>
            <a:off x="15144915" y="8306765"/>
            <a:ext cx="1191832" cy="230296"/>
          </a:xfrm>
          <a:custGeom>
            <a:rect b="b" l="l" r="r" t="t"/>
            <a:pathLst>
              <a:path extrusionOk="0" h="278303" w="1440280">
                <a:moveTo>
                  <a:pt x="0" y="0"/>
                </a:moveTo>
                <a:lnTo>
                  <a:pt x="1440280" y="0"/>
                </a:lnTo>
                <a:lnTo>
                  <a:pt x="1440280" y="278303"/>
                </a:lnTo>
                <a:lnTo>
                  <a:pt x="0" y="278303"/>
                </a:lnTo>
                <a:lnTo>
                  <a:pt x="0" y="0"/>
                </a:lnTo>
                <a:close/>
              </a:path>
            </a:pathLst>
          </a:custGeom>
          <a:blipFill rotWithShape="1">
            <a:blip r:embed="rId21">
              <a:alphaModFix/>
            </a:blip>
            <a:stretch>
              <a:fillRect b="-10751" l="0" r="0" t="0"/>
            </a:stretch>
          </a:blipFill>
          <a:ln>
            <a:noFill/>
          </a:ln>
        </p:spPr>
      </p:sp>
      <p:grpSp>
        <p:nvGrpSpPr>
          <p:cNvPr id="192" name="Google Shape;192;p15"/>
          <p:cNvGrpSpPr/>
          <p:nvPr/>
        </p:nvGrpSpPr>
        <p:grpSpPr>
          <a:xfrm>
            <a:off x="10296186" y="8648157"/>
            <a:ext cx="1419930" cy="380365"/>
            <a:chOff x="0" y="-47625"/>
            <a:chExt cx="1310503" cy="351052"/>
          </a:xfrm>
        </p:grpSpPr>
        <p:sp>
          <p:nvSpPr>
            <p:cNvPr id="193" name="Google Shape;19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94" name="Google Shape;19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95" name="Google Shape;195;p15"/>
          <p:cNvGrpSpPr/>
          <p:nvPr/>
        </p:nvGrpSpPr>
        <p:grpSpPr>
          <a:xfrm>
            <a:off x="11869373" y="8649819"/>
            <a:ext cx="1419930" cy="380365"/>
            <a:chOff x="0" y="-47625"/>
            <a:chExt cx="1310503" cy="351052"/>
          </a:xfrm>
        </p:grpSpPr>
        <p:sp>
          <p:nvSpPr>
            <p:cNvPr id="196" name="Google Shape;19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97" name="Google Shape;19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98" name="Google Shape;198;p15"/>
          <p:cNvGrpSpPr/>
          <p:nvPr/>
        </p:nvGrpSpPr>
        <p:grpSpPr>
          <a:xfrm>
            <a:off x="13443194" y="8649819"/>
            <a:ext cx="1419930" cy="380365"/>
            <a:chOff x="0" y="-47625"/>
            <a:chExt cx="1310503" cy="351052"/>
          </a:xfrm>
        </p:grpSpPr>
        <p:sp>
          <p:nvSpPr>
            <p:cNvPr id="199" name="Google Shape;19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200" name="Google Shape;20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201" name="Google Shape;201;p15"/>
          <p:cNvGrpSpPr/>
          <p:nvPr/>
        </p:nvGrpSpPr>
        <p:grpSpPr>
          <a:xfrm>
            <a:off x="15015974" y="8648157"/>
            <a:ext cx="1419930" cy="380365"/>
            <a:chOff x="0" y="-47625"/>
            <a:chExt cx="1310503" cy="351052"/>
          </a:xfrm>
        </p:grpSpPr>
        <p:sp>
          <p:nvSpPr>
            <p:cNvPr id="202" name="Google Shape;20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203" name="Google Shape;20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sp>
        <p:nvSpPr>
          <p:cNvPr id="204" name="Google Shape;204;p15"/>
          <p:cNvSpPr/>
          <p:nvPr/>
        </p:nvSpPr>
        <p:spPr>
          <a:xfrm>
            <a:off x="10629670" y="8691219"/>
            <a:ext cx="784086" cy="337241"/>
          </a:xfrm>
          <a:custGeom>
            <a:rect b="b" l="l" r="r" t="t"/>
            <a:pathLst>
              <a:path extrusionOk="0" h="407542" w="947536">
                <a:moveTo>
                  <a:pt x="0" y="0"/>
                </a:moveTo>
                <a:lnTo>
                  <a:pt x="947536" y="0"/>
                </a:lnTo>
                <a:lnTo>
                  <a:pt x="947536" y="407542"/>
                </a:lnTo>
                <a:lnTo>
                  <a:pt x="0" y="407542"/>
                </a:lnTo>
                <a:lnTo>
                  <a:pt x="0" y="0"/>
                </a:lnTo>
                <a:close/>
              </a:path>
            </a:pathLst>
          </a:custGeom>
          <a:blipFill rotWithShape="1">
            <a:blip r:embed="rId22">
              <a:alphaModFix/>
            </a:blip>
            <a:stretch>
              <a:fillRect b="0" l="0" r="0" t="0"/>
            </a:stretch>
          </a:blipFill>
          <a:ln>
            <a:noFill/>
          </a:ln>
        </p:spPr>
      </p:sp>
      <p:sp>
        <p:nvSpPr>
          <p:cNvPr id="205" name="Google Shape;205;p15"/>
          <p:cNvSpPr/>
          <p:nvPr/>
        </p:nvSpPr>
        <p:spPr>
          <a:xfrm>
            <a:off x="12021337" y="8744437"/>
            <a:ext cx="1172167" cy="259329"/>
          </a:xfrm>
          <a:custGeom>
            <a:rect b="b" l="l" r="r" t="t"/>
            <a:pathLst>
              <a:path extrusionOk="0" h="313389" w="1416516">
                <a:moveTo>
                  <a:pt x="0" y="0"/>
                </a:moveTo>
                <a:lnTo>
                  <a:pt x="1416516" y="0"/>
                </a:lnTo>
                <a:lnTo>
                  <a:pt x="1416516" y="313388"/>
                </a:lnTo>
                <a:lnTo>
                  <a:pt x="0" y="313388"/>
                </a:lnTo>
                <a:lnTo>
                  <a:pt x="0" y="0"/>
                </a:lnTo>
                <a:close/>
              </a:path>
            </a:pathLst>
          </a:custGeom>
          <a:blipFill rotWithShape="1">
            <a:blip r:embed="rId23">
              <a:alphaModFix/>
            </a:blip>
            <a:stretch>
              <a:fillRect b="0" l="0" r="0" t="0"/>
            </a:stretch>
          </a:blipFill>
          <a:ln>
            <a:noFill/>
          </a:ln>
        </p:spPr>
      </p:sp>
      <p:sp>
        <p:nvSpPr>
          <p:cNvPr id="206" name="Google Shape;206;p15"/>
          <p:cNvSpPr/>
          <p:nvPr/>
        </p:nvSpPr>
        <p:spPr>
          <a:xfrm>
            <a:off x="10464755" y="6960539"/>
            <a:ext cx="1096685" cy="1096685"/>
          </a:xfrm>
          <a:custGeom>
            <a:rect b="b" l="l" r="r" t="t"/>
            <a:pathLst>
              <a:path extrusionOk="0" h="1325299" w="1325299">
                <a:moveTo>
                  <a:pt x="0" y="0"/>
                </a:moveTo>
                <a:lnTo>
                  <a:pt x="1325299" y="0"/>
                </a:lnTo>
                <a:lnTo>
                  <a:pt x="1325299" y="1325299"/>
                </a:lnTo>
                <a:lnTo>
                  <a:pt x="0" y="1325299"/>
                </a:lnTo>
                <a:lnTo>
                  <a:pt x="0" y="0"/>
                </a:lnTo>
                <a:close/>
              </a:path>
            </a:pathLst>
          </a:custGeom>
          <a:blipFill rotWithShape="1">
            <a:blip r:embed="rId24">
              <a:alphaModFix/>
            </a:blip>
            <a:stretch>
              <a:fillRect b="0" l="0" r="0" t="0"/>
            </a:stretch>
          </a:blipFill>
          <a:ln>
            <a:noFill/>
          </a:ln>
        </p:spPr>
      </p:sp>
      <p:sp>
        <p:nvSpPr>
          <p:cNvPr id="207" name="Google Shape;207;p15"/>
          <p:cNvSpPr/>
          <p:nvPr/>
        </p:nvSpPr>
        <p:spPr>
          <a:xfrm>
            <a:off x="13624878" y="8724843"/>
            <a:ext cx="1125958" cy="292497"/>
          </a:xfrm>
          <a:custGeom>
            <a:rect b="b" l="l" r="r" t="t"/>
            <a:pathLst>
              <a:path extrusionOk="0" h="353471" w="1360674">
                <a:moveTo>
                  <a:pt x="0" y="0"/>
                </a:moveTo>
                <a:lnTo>
                  <a:pt x="1360674" y="0"/>
                </a:lnTo>
                <a:lnTo>
                  <a:pt x="1360674" y="353472"/>
                </a:lnTo>
                <a:lnTo>
                  <a:pt x="0" y="353472"/>
                </a:lnTo>
                <a:lnTo>
                  <a:pt x="0" y="0"/>
                </a:lnTo>
                <a:close/>
              </a:path>
            </a:pathLst>
          </a:custGeom>
          <a:blipFill rotWithShape="1">
            <a:blip r:embed="rId25">
              <a:alphaModFix/>
            </a:blip>
            <a:stretch>
              <a:fillRect b="0" l="0" r="0" t="0"/>
            </a:stretch>
          </a:blipFill>
          <a:ln>
            <a:noFill/>
          </a:ln>
        </p:spPr>
      </p:sp>
      <p:sp>
        <p:nvSpPr>
          <p:cNvPr id="208" name="Google Shape;208;p15"/>
          <p:cNvSpPr/>
          <p:nvPr/>
        </p:nvSpPr>
        <p:spPr>
          <a:xfrm>
            <a:off x="15371678" y="8690624"/>
            <a:ext cx="747890" cy="326710"/>
          </a:xfrm>
          <a:custGeom>
            <a:rect b="b" l="l" r="r" t="t"/>
            <a:pathLst>
              <a:path extrusionOk="0" h="394816" w="903795">
                <a:moveTo>
                  <a:pt x="0" y="0"/>
                </a:moveTo>
                <a:lnTo>
                  <a:pt x="903796" y="0"/>
                </a:lnTo>
                <a:lnTo>
                  <a:pt x="903796" y="394816"/>
                </a:lnTo>
                <a:lnTo>
                  <a:pt x="0" y="394816"/>
                </a:lnTo>
                <a:lnTo>
                  <a:pt x="0" y="0"/>
                </a:lnTo>
                <a:close/>
              </a:path>
            </a:pathLst>
          </a:custGeom>
          <a:blipFill rotWithShape="1">
            <a:blip r:embed="rId26">
              <a:alphaModFix/>
            </a:blip>
            <a:stretch>
              <a:fillRect b="0" l="0" r="0" t="0"/>
            </a:stretch>
          </a:blipFill>
          <a:ln>
            <a:noFill/>
          </a:ln>
        </p:spPr>
      </p:sp>
      <p:sp>
        <p:nvSpPr>
          <p:cNvPr id="209" name="Google Shape;209;p15"/>
          <p:cNvSpPr/>
          <p:nvPr/>
        </p:nvSpPr>
        <p:spPr>
          <a:xfrm>
            <a:off x="15281268" y="6809359"/>
            <a:ext cx="979969" cy="462290"/>
          </a:xfrm>
          <a:custGeom>
            <a:rect b="b" l="l" r="r" t="t"/>
            <a:pathLst>
              <a:path extrusionOk="0" h="558659" w="1184253">
                <a:moveTo>
                  <a:pt x="0" y="0"/>
                </a:moveTo>
                <a:lnTo>
                  <a:pt x="1184253" y="0"/>
                </a:lnTo>
                <a:lnTo>
                  <a:pt x="1184253" y="558658"/>
                </a:lnTo>
                <a:lnTo>
                  <a:pt x="0" y="558658"/>
                </a:lnTo>
                <a:lnTo>
                  <a:pt x="0" y="0"/>
                </a:lnTo>
                <a:close/>
              </a:path>
            </a:pathLst>
          </a:custGeom>
          <a:blipFill rotWithShape="1">
            <a:blip r:embed="rId27">
              <a:alphaModFix/>
            </a:blip>
            <a:stretch>
              <a:fillRect b="0" l="0" r="0" t="0"/>
            </a:stretch>
          </a:blipFill>
          <a:ln>
            <a:noFill/>
          </a:ln>
        </p:spPr>
      </p:sp>
      <p:pic>
        <p:nvPicPr>
          <p:cNvPr id="210" name="Google Shape;210;p15"/>
          <p:cNvPicPr preferRelativeResize="0"/>
          <p:nvPr/>
        </p:nvPicPr>
        <p:blipFill rotWithShape="1">
          <a:blip r:embed="rId28">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4" name="Shape 214"/>
        <p:cNvGrpSpPr/>
        <p:nvPr/>
      </p:nvGrpSpPr>
      <p:grpSpPr>
        <a:xfrm>
          <a:off x="0" y="0"/>
          <a:ext cx="0" cy="0"/>
          <a:chOff x="0" y="0"/>
          <a:chExt cx="0" cy="0"/>
        </a:xfrm>
      </p:grpSpPr>
      <p:sp>
        <p:nvSpPr>
          <p:cNvPr id="215" name="Google Shape;215;p16"/>
          <p:cNvSpPr txBox="1"/>
          <p:nvPr/>
        </p:nvSpPr>
        <p:spPr>
          <a:xfrm>
            <a:off x="790575" y="629264"/>
            <a:ext cx="11377800" cy="1154400"/>
          </a:xfrm>
          <a:prstGeom prst="rect">
            <a:avLst/>
          </a:prstGeom>
          <a:noFill/>
          <a:ln>
            <a:noFill/>
          </a:ln>
        </p:spPr>
        <p:txBody>
          <a:bodyPr anchorCtr="0" anchor="t" bIns="0" lIns="0" spcFirstLastPara="1" rIns="0" wrap="square" tIns="0">
            <a:spAutoFit/>
          </a:bodyPr>
          <a:lstStyle/>
          <a:p>
            <a:pPr indent="0" lvl="0" marL="0" marR="0" rtl="0" algn="l">
              <a:lnSpc>
                <a:spcPct val="74997"/>
              </a:lnSpc>
              <a:spcBef>
                <a:spcPts val="0"/>
              </a:spcBef>
              <a:spcAft>
                <a:spcPts val="0"/>
              </a:spcAft>
              <a:buNone/>
            </a:pPr>
            <a:r>
              <a:rPr i="0" lang="en-US" sz="9999" u="none" cap="none" strike="noStrike">
                <a:solidFill>
                  <a:srgbClr val="002C5C"/>
                </a:solidFill>
                <a:latin typeface="Anton"/>
                <a:ea typeface="Anton"/>
                <a:cs typeface="Anton"/>
                <a:sym typeface="Anton"/>
              </a:rPr>
              <a:t>OUR</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NUMBERS</a:t>
            </a:r>
            <a:endParaRPr>
              <a:solidFill>
                <a:srgbClr val="888888"/>
              </a:solidFill>
              <a:latin typeface="Anton"/>
              <a:ea typeface="Anton"/>
              <a:cs typeface="Anton"/>
              <a:sym typeface="Anton"/>
            </a:endParaRPr>
          </a:p>
        </p:txBody>
      </p:sp>
      <p:sp>
        <p:nvSpPr>
          <p:cNvPr id="216" name="Google Shape;216;p16"/>
          <p:cNvSpPr txBox="1"/>
          <p:nvPr/>
        </p:nvSpPr>
        <p:spPr>
          <a:xfrm>
            <a:off x="790575" y="2553623"/>
            <a:ext cx="16518600" cy="13545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Audience-based advertising allows brands to segment and target their audiences beyond age and gender, while providing more granular measurement than traditional buying. It leads naturally to more effective ad buys with less waste by reaching consumers in whatever corner of digital media they might visit.</a:t>
            </a:r>
            <a:endParaRPr sz="2100">
              <a:solidFill>
                <a:srgbClr val="002C5C"/>
              </a:solidFill>
            </a:endParaRPr>
          </a:p>
        </p:txBody>
      </p:sp>
      <p:sp>
        <p:nvSpPr>
          <p:cNvPr id="217" name="Google Shape;217;p16"/>
          <p:cNvSpPr txBox="1"/>
          <p:nvPr/>
        </p:nvSpPr>
        <p:spPr>
          <a:xfrm>
            <a:off x="790575" y="1972509"/>
            <a:ext cx="8804100" cy="677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2000" u="none" cap="none" strike="noStrike">
                <a:solidFill>
                  <a:schemeClr val="lt1"/>
                </a:solidFill>
                <a:latin typeface="Poppins"/>
                <a:ea typeface="Poppins"/>
                <a:cs typeface="Poppins"/>
                <a:sym typeface="Poppins"/>
              </a:rPr>
              <a:t>Audience based targeting</a:t>
            </a:r>
            <a:endParaRPr>
              <a:solidFill>
                <a:schemeClr val="lt1"/>
              </a:solidFill>
            </a:endParaRPr>
          </a:p>
          <a:p>
            <a:pPr indent="0" lvl="0" marL="0" marR="0" rtl="0" algn="l">
              <a:lnSpc>
                <a:spcPct val="120000"/>
              </a:lnSpc>
              <a:spcBef>
                <a:spcPts val="0"/>
              </a:spcBef>
              <a:spcAft>
                <a:spcPts val="0"/>
              </a:spcAft>
              <a:buNone/>
            </a:pPr>
            <a:r>
              <a:t/>
            </a:r>
            <a:endParaRPr b="1" i="0" sz="2000" u="none" cap="none" strike="noStrike">
              <a:solidFill>
                <a:schemeClr val="lt1"/>
              </a:solidFill>
              <a:latin typeface="Poppins"/>
              <a:ea typeface="Poppins"/>
              <a:cs typeface="Poppins"/>
              <a:sym typeface="Poppins"/>
            </a:endParaRPr>
          </a:p>
        </p:txBody>
      </p:sp>
      <p:grpSp>
        <p:nvGrpSpPr>
          <p:cNvPr id="218" name="Google Shape;218;p16"/>
          <p:cNvGrpSpPr/>
          <p:nvPr/>
        </p:nvGrpSpPr>
        <p:grpSpPr>
          <a:xfrm>
            <a:off x="676068" y="4466147"/>
            <a:ext cx="16935720" cy="4147301"/>
            <a:chOff x="0" y="0"/>
            <a:chExt cx="22580960" cy="5529734"/>
          </a:xfrm>
        </p:grpSpPr>
        <p:sp>
          <p:nvSpPr>
            <p:cNvPr id="219" name="Google Shape;219;p16"/>
            <p:cNvSpPr/>
            <p:nvPr/>
          </p:nvSpPr>
          <p:spPr>
            <a:xfrm>
              <a:off x="124429" y="3804905"/>
              <a:ext cx="5308077" cy="1724829"/>
            </a:xfrm>
            <a:custGeom>
              <a:rect b="b" l="l" r="r" t="t"/>
              <a:pathLst>
                <a:path extrusionOk="0" h="340707" w="1048509">
                  <a:moveTo>
                    <a:pt x="33060" y="0"/>
                  </a:moveTo>
                  <a:lnTo>
                    <a:pt x="1015449" y="0"/>
                  </a:lnTo>
                  <a:cubicBezTo>
                    <a:pt x="1033708" y="0"/>
                    <a:pt x="1048509" y="14801"/>
                    <a:pt x="1048509" y="33060"/>
                  </a:cubicBezTo>
                  <a:lnTo>
                    <a:pt x="1048509" y="307647"/>
                  </a:lnTo>
                  <a:cubicBezTo>
                    <a:pt x="1048509" y="325905"/>
                    <a:pt x="1033708" y="340707"/>
                    <a:pt x="1015449" y="340707"/>
                  </a:cubicBezTo>
                  <a:lnTo>
                    <a:pt x="33060" y="340707"/>
                  </a:lnTo>
                  <a:cubicBezTo>
                    <a:pt x="14801" y="340707"/>
                    <a:pt x="0" y="325905"/>
                    <a:pt x="0" y="307647"/>
                  </a:cubicBezTo>
                  <a:lnTo>
                    <a:pt x="0" y="33060"/>
                  </a:lnTo>
                  <a:cubicBezTo>
                    <a:pt x="0" y="14801"/>
                    <a:pt x="14801" y="0"/>
                    <a:pt x="33060"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6"/>
            <p:cNvSpPr/>
            <p:nvPr/>
          </p:nvSpPr>
          <p:spPr>
            <a:xfrm>
              <a:off x="5566297" y="3804905"/>
              <a:ext cx="5629358" cy="1724829"/>
            </a:xfrm>
            <a:custGeom>
              <a:rect b="b" l="l" r="r" t="t"/>
              <a:pathLst>
                <a:path extrusionOk="0" h="340707" w="1111972">
                  <a:moveTo>
                    <a:pt x="31173" y="0"/>
                  </a:moveTo>
                  <a:lnTo>
                    <a:pt x="1080799" y="0"/>
                  </a:lnTo>
                  <a:cubicBezTo>
                    <a:pt x="1089066" y="0"/>
                    <a:pt x="1096995" y="3284"/>
                    <a:pt x="1102841" y="9130"/>
                  </a:cubicBezTo>
                  <a:cubicBezTo>
                    <a:pt x="1108687" y="14976"/>
                    <a:pt x="1111972" y="22905"/>
                    <a:pt x="1111972" y="31173"/>
                  </a:cubicBezTo>
                  <a:lnTo>
                    <a:pt x="1111972" y="309534"/>
                  </a:lnTo>
                  <a:cubicBezTo>
                    <a:pt x="1111972" y="326750"/>
                    <a:pt x="1098015" y="340707"/>
                    <a:pt x="1080799" y="340707"/>
                  </a:cubicBezTo>
                  <a:lnTo>
                    <a:pt x="31173" y="340707"/>
                  </a:lnTo>
                  <a:cubicBezTo>
                    <a:pt x="22905" y="340707"/>
                    <a:pt x="14976" y="337422"/>
                    <a:pt x="9130" y="331576"/>
                  </a:cubicBezTo>
                  <a:cubicBezTo>
                    <a:pt x="3284" y="325730"/>
                    <a:pt x="0" y="317801"/>
                    <a:pt x="0" y="309534"/>
                  </a:cubicBezTo>
                  <a:lnTo>
                    <a:pt x="0" y="31173"/>
                  </a:lnTo>
                  <a:cubicBezTo>
                    <a:pt x="0" y="22905"/>
                    <a:pt x="3284" y="14976"/>
                    <a:pt x="9130" y="9130"/>
                  </a:cubicBezTo>
                  <a:cubicBezTo>
                    <a:pt x="14976" y="3284"/>
                    <a:pt x="22905" y="0"/>
                    <a:pt x="31173"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6"/>
            <p:cNvSpPr/>
            <p:nvPr/>
          </p:nvSpPr>
          <p:spPr>
            <a:xfrm>
              <a:off x="11357952" y="3804905"/>
              <a:ext cx="5555623" cy="1724829"/>
            </a:xfrm>
            <a:custGeom>
              <a:rect b="b" l="l" r="r" t="t"/>
              <a:pathLst>
                <a:path extrusionOk="0" h="340707" w="1097407">
                  <a:moveTo>
                    <a:pt x="31587" y="0"/>
                  </a:moveTo>
                  <a:lnTo>
                    <a:pt x="1065820" y="0"/>
                  </a:lnTo>
                  <a:cubicBezTo>
                    <a:pt x="1083265" y="0"/>
                    <a:pt x="1097407" y="14142"/>
                    <a:pt x="1097407" y="31587"/>
                  </a:cubicBezTo>
                  <a:lnTo>
                    <a:pt x="1097407" y="309120"/>
                  </a:lnTo>
                  <a:cubicBezTo>
                    <a:pt x="1097407" y="326565"/>
                    <a:pt x="1083265" y="340707"/>
                    <a:pt x="1065820" y="340707"/>
                  </a:cubicBezTo>
                  <a:lnTo>
                    <a:pt x="31587" y="340707"/>
                  </a:lnTo>
                  <a:cubicBezTo>
                    <a:pt x="23209" y="340707"/>
                    <a:pt x="15175" y="337379"/>
                    <a:pt x="9252" y="331455"/>
                  </a:cubicBezTo>
                  <a:cubicBezTo>
                    <a:pt x="3328" y="325531"/>
                    <a:pt x="0" y="317497"/>
                    <a:pt x="0" y="309120"/>
                  </a:cubicBezTo>
                  <a:lnTo>
                    <a:pt x="0" y="31587"/>
                  </a:lnTo>
                  <a:cubicBezTo>
                    <a:pt x="0" y="14142"/>
                    <a:pt x="14142" y="0"/>
                    <a:pt x="3158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6"/>
            <p:cNvSpPr/>
            <p:nvPr/>
          </p:nvSpPr>
          <p:spPr>
            <a:xfrm>
              <a:off x="17099984" y="3804905"/>
              <a:ext cx="5480976" cy="1724829"/>
            </a:xfrm>
            <a:custGeom>
              <a:rect b="b" l="l" r="r" t="t"/>
              <a:pathLst>
                <a:path extrusionOk="0" h="340707" w="1082662">
                  <a:moveTo>
                    <a:pt x="32017" y="0"/>
                  </a:moveTo>
                  <a:lnTo>
                    <a:pt x="1050645" y="0"/>
                  </a:lnTo>
                  <a:cubicBezTo>
                    <a:pt x="1068328" y="0"/>
                    <a:pt x="1082662" y="14334"/>
                    <a:pt x="1082662" y="32017"/>
                  </a:cubicBezTo>
                  <a:lnTo>
                    <a:pt x="1082662" y="308690"/>
                  </a:lnTo>
                  <a:cubicBezTo>
                    <a:pt x="1082662" y="326372"/>
                    <a:pt x="1068328" y="340707"/>
                    <a:pt x="1050645" y="340707"/>
                  </a:cubicBezTo>
                  <a:lnTo>
                    <a:pt x="32017" y="340707"/>
                  </a:lnTo>
                  <a:cubicBezTo>
                    <a:pt x="23525" y="340707"/>
                    <a:pt x="15382" y="337333"/>
                    <a:pt x="9378" y="331329"/>
                  </a:cubicBezTo>
                  <a:cubicBezTo>
                    <a:pt x="3373" y="325325"/>
                    <a:pt x="0" y="317181"/>
                    <a:pt x="0" y="308690"/>
                  </a:cubicBezTo>
                  <a:lnTo>
                    <a:pt x="0" y="32017"/>
                  </a:lnTo>
                  <a:cubicBezTo>
                    <a:pt x="0" y="14334"/>
                    <a:pt x="14334" y="0"/>
                    <a:pt x="3201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6"/>
            <p:cNvSpPr/>
            <p:nvPr/>
          </p:nvSpPr>
          <p:spPr>
            <a:xfrm>
              <a:off x="441929" y="4161296"/>
              <a:ext cx="1037661" cy="1037661"/>
            </a:xfrm>
            <a:custGeom>
              <a:rect b="b" l="l" r="r" t="t"/>
              <a:pathLst>
                <a:path extrusionOk="0" h="1037661" w="1037661">
                  <a:moveTo>
                    <a:pt x="0" y="0"/>
                  </a:moveTo>
                  <a:lnTo>
                    <a:pt x="1037662" y="0"/>
                  </a:lnTo>
                  <a:lnTo>
                    <a:pt x="1037662" y="1037662"/>
                  </a:lnTo>
                  <a:lnTo>
                    <a:pt x="0" y="1037662"/>
                  </a:lnTo>
                  <a:lnTo>
                    <a:pt x="0" y="0"/>
                  </a:lnTo>
                  <a:close/>
                </a:path>
              </a:pathLst>
            </a:custGeom>
            <a:blipFill rotWithShape="1">
              <a:blip r:embed="rId3">
                <a:alphaModFix/>
              </a:blip>
              <a:stretch>
                <a:fillRect b="0" l="0" r="0" t="0"/>
              </a:stretch>
            </a:blipFill>
            <a:ln>
              <a:noFill/>
            </a:ln>
            <a:effectLst>
              <a:outerShdw blurRad="57150" rotWithShape="0" algn="bl" dir="5400000" dist="19050">
                <a:srgbClr val="000000">
                  <a:alpha val="50000"/>
                </a:srgbClr>
              </a:outerShdw>
            </a:effectLst>
          </p:spPr>
        </p:sp>
        <p:sp>
          <p:nvSpPr>
            <p:cNvPr id="224" name="Google Shape;224;p16"/>
            <p:cNvSpPr/>
            <p:nvPr/>
          </p:nvSpPr>
          <p:spPr>
            <a:xfrm>
              <a:off x="5702387" y="4069420"/>
              <a:ext cx="1233253" cy="1231712"/>
            </a:xfrm>
            <a:custGeom>
              <a:rect b="b" l="l" r="r" t="t"/>
              <a:pathLst>
                <a:path extrusionOk="0" h="1231712" w="1233253">
                  <a:moveTo>
                    <a:pt x="0" y="0"/>
                  </a:moveTo>
                  <a:lnTo>
                    <a:pt x="1233253" y="0"/>
                  </a:lnTo>
                  <a:lnTo>
                    <a:pt x="1233253" y="1231712"/>
                  </a:lnTo>
                  <a:lnTo>
                    <a:pt x="0" y="1231712"/>
                  </a:lnTo>
                  <a:lnTo>
                    <a:pt x="0" y="0"/>
                  </a:lnTo>
                  <a:close/>
                </a:path>
              </a:pathLst>
            </a:custGeom>
            <a:blipFill rotWithShape="1">
              <a:blip r:embed="rId4">
                <a:alphaModFix/>
              </a:blip>
              <a:stretch>
                <a:fillRect b="0" l="0" r="0" t="0"/>
              </a:stretch>
            </a:blipFill>
            <a:ln>
              <a:noFill/>
            </a:ln>
            <a:effectLst>
              <a:outerShdw blurRad="57150" rotWithShape="0" algn="bl" dir="5400000" dist="19050">
                <a:srgbClr val="000000">
                  <a:alpha val="50000"/>
                </a:srgbClr>
              </a:outerShdw>
            </a:effectLst>
          </p:spPr>
        </p:sp>
        <p:sp>
          <p:nvSpPr>
            <p:cNvPr id="225" name="Google Shape;225;p16"/>
            <p:cNvSpPr/>
            <p:nvPr/>
          </p:nvSpPr>
          <p:spPr>
            <a:xfrm>
              <a:off x="11553517" y="3992048"/>
              <a:ext cx="1319180" cy="1324146"/>
            </a:xfrm>
            <a:custGeom>
              <a:rect b="b" l="l" r="r" t="t"/>
              <a:pathLst>
                <a:path extrusionOk="0" h="1324146" w="1319180">
                  <a:moveTo>
                    <a:pt x="0" y="0"/>
                  </a:moveTo>
                  <a:lnTo>
                    <a:pt x="1319181" y="0"/>
                  </a:lnTo>
                  <a:lnTo>
                    <a:pt x="1319181" y="1324146"/>
                  </a:lnTo>
                  <a:lnTo>
                    <a:pt x="0" y="1324146"/>
                  </a:lnTo>
                  <a:lnTo>
                    <a:pt x="0" y="0"/>
                  </a:lnTo>
                  <a:close/>
                </a:path>
              </a:pathLst>
            </a:custGeom>
            <a:blipFill rotWithShape="1">
              <a:blip r:embed="rId5">
                <a:alphaModFix/>
              </a:blip>
              <a:stretch>
                <a:fillRect b="0" l="0" r="0" t="0"/>
              </a:stretch>
            </a:blipFill>
            <a:ln>
              <a:noFill/>
            </a:ln>
            <a:effectLst>
              <a:outerShdw blurRad="57150" rotWithShape="0" algn="bl" dir="5400000" dist="19050">
                <a:srgbClr val="000000">
                  <a:alpha val="50000"/>
                </a:srgbClr>
              </a:outerShdw>
            </a:effectLst>
          </p:spPr>
        </p:sp>
        <p:sp>
          <p:nvSpPr>
            <p:cNvPr id="226" name="Google Shape;226;p16"/>
            <p:cNvSpPr/>
            <p:nvPr/>
          </p:nvSpPr>
          <p:spPr>
            <a:xfrm>
              <a:off x="17633059" y="3992338"/>
              <a:ext cx="262013" cy="554524"/>
            </a:xfrm>
            <a:custGeom>
              <a:rect b="b" l="l" r="r" t="t"/>
              <a:pathLst>
                <a:path extrusionOk="0" h="554524" w="262013">
                  <a:moveTo>
                    <a:pt x="0" y="0"/>
                  </a:moveTo>
                  <a:lnTo>
                    <a:pt x="262012" y="0"/>
                  </a:lnTo>
                  <a:lnTo>
                    <a:pt x="262012" y="554524"/>
                  </a:lnTo>
                  <a:lnTo>
                    <a:pt x="0" y="554524"/>
                  </a:lnTo>
                  <a:lnTo>
                    <a:pt x="0" y="0"/>
                  </a:lnTo>
                  <a:close/>
                </a:path>
              </a:pathLst>
            </a:custGeom>
            <a:blipFill rotWithShape="1">
              <a:blip r:embed="rId6">
                <a:alphaModFix/>
              </a:blip>
              <a:stretch>
                <a:fillRect b="0" l="0" r="0" t="0"/>
              </a:stretch>
            </a:blipFill>
            <a:ln>
              <a:noFill/>
            </a:ln>
            <a:effectLst>
              <a:outerShdw blurRad="57150" rotWithShape="0" algn="bl" dir="5400000" dist="19050">
                <a:srgbClr val="000000">
                  <a:alpha val="50000"/>
                </a:srgbClr>
              </a:outerShdw>
            </a:effectLst>
          </p:spPr>
        </p:sp>
        <p:sp>
          <p:nvSpPr>
            <p:cNvPr id="227" name="Google Shape;227;p16"/>
            <p:cNvSpPr/>
            <p:nvPr/>
          </p:nvSpPr>
          <p:spPr>
            <a:xfrm>
              <a:off x="17517864" y="4786876"/>
              <a:ext cx="492402" cy="492402"/>
            </a:xfrm>
            <a:custGeom>
              <a:rect b="b" l="l" r="r" t="t"/>
              <a:pathLst>
                <a:path extrusionOk="0" h="492402" w="492402">
                  <a:moveTo>
                    <a:pt x="0" y="0"/>
                  </a:moveTo>
                  <a:lnTo>
                    <a:pt x="492402" y="0"/>
                  </a:lnTo>
                  <a:lnTo>
                    <a:pt x="492402" y="492402"/>
                  </a:lnTo>
                  <a:lnTo>
                    <a:pt x="0" y="492402"/>
                  </a:lnTo>
                  <a:lnTo>
                    <a:pt x="0" y="0"/>
                  </a:lnTo>
                  <a:close/>
                </a:path>
              </a:pathLst>
            </a:custGeom>
            <a:blipFill rotWithShape="1">
              <a:blip r:embed="rId7">
                <a:alphaModFix/>
              </a:blip>
              <a:stretch>
                <a:fillRect b="0" l="0" r="0" t="0"/>
              </a:stretch>
            </a:blipFill>
            <a:ln>
              <a:noFill/>
            </a:ln>
          </p:spPr>
        </p:sp>
        <p:sp>
          <p:nvSpPr>
            <p:cNvPr id="228" name="Google Shape;228;p16"/>
            <p:cNvSpPr txBox="1"/>
            <p:nvPr/>
          </p:nvSpPr>
          <p:spPr>
            <a:xfrm>
              <a:off x="2492506" y="4048287"/>
              <a:ext cx="24729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AGE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18- 34  ( 28%)</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35- 44 (25%)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45 - 54 (24%)</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55+ (22%)</a:t>
              </a:r>
              <a:endParaRPr>
                <a:solidFill>
                  <a:schemeClr val="dk1"/>
                </a:solidFill>
              </a:endParaRPr>
            </a:p>
          </p:txBody>
        </p:sp>
        <p:sp>
          <p:nvSpPr>
            <p:cNvPr id="229" name="Google Shape;229;p16"/>
            <p:cNvSpPr txBox="1"/>
            <p:nvPr/>
          </p:nvSpPr>
          <p:spPr>
            <a:xfrm>
              <a:off x="8027840" y="3963763"/>
              <a:ext cx="30252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1" lang="en-US" sz="1200" u="none" cap="none" strike="noStrike">
                  <a:solidFill>
                    <a:schemeClr val="dk1"/>
                  </a:solidFill>
                  <a:latin typeface="Poppins"/>
                  <a:ea typeface="Poppins"/>
                  <a:cs typeface="Poppins"/>
                  <a:sym typeface="Poppins"/>
                </a:rPr>
                <a:t>RACE (Sample Date)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Indian 6%</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Black 69%</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Coloured 11%</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White 10%</a:t>
              </a:r>
              <a:endParaRPr>
                <a:solidFill>
                  <a:schemeClr val="dk1"/>
                </a:solidFill>
              </a:endParaRPr>
            </a:p>
          </p:txBody>
        </p:sp>
        <p:sp>
          <p:nvSpPr>
            <p:cNvPr id="230" name="Google Shape;230;p16"/>
            <p:cNvSpPr txBox="1"/>
            <p:nvPr/>
          </p:nvSpPr>
          <p:spPr>
            <a:xfrm>
              <a:off x="13857176" y="4045755"/>
              <a:ext cx="28755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1" lang="en-US" sz="1200" u="none" cap="none" strike="noStrike">
                  <a:solidFill>
                    <a:schemeClr val="dk1"/>
                  </a:solidFill>
                  <a:latin typeface="Poppins"/>
                  <a:ea typeface="Poppins"/>
                  <a:cs typeface="Poppins"/>
                  <a:sym typeface="Poppins"/>
                </a:rPr>
                <a:t>SEM Sample Date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1-2 (5%)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3-5 (15%)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6-7 (24%)</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8-10 (48%)</a:t>
              </a:r>
              <a:endParaRPr>
                <a:solidFill>
                  <a:schemeClr val="dk1"/>
                </a:solidFill>
              </a:endParaRPr>
            </a:p>
          </p:txBody>
        </p:sp>
        <p:sp>
          <p:nvSpPr>
            <p:cNvPr id="231" name="Google Shape;231;p16"/>
            <p:cNvSpPr txBox="1"/>
            <p:nvPr/>
          </p:nvSpPr>
          <p:spPr>
            <a:xfrm>
              <a:off x="17990006" y="4000249"/>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FACEBOOK</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5.3</a:t>
              </a:r>
              <a:r>
                <a:rPr b="0" i="0" lang="en-US" sz="1200" u="none" cap="none" strike="noStrike">
                  <a:solidFill>
                    <a:schemeClr val="dk1"/>
                  </a:solidFill>
                  <a:latin typeface="Poppins"/>
                  <a:ea typeface="Poppins"/>
                  <a:cs typeface="Poppins"/>
                  <a:sym typeface="Poppins"/>
                </a:rPr>
                <a:t> m</a:t>
              </a:r>
              <a:endParaRPr>
                <a:solidFill>
                  <a:schemeClr val="dk1"/>
                </a:solidFill>
              </a:endParaRPr>
            </a:p>
          </p:txBody>
        </p:sp>
        <p:sp>
          <p:nvSpPr>
            <p:cNvPr id="232" name="Google Shape;232;p16"/>
            <p:cNvSpPr txBox="1"/>
            <p:nvPr/>
          </p:nvSpPr>
          <p:spPr>
            <a:xfrm>
              <a:off x="18010266" y="4801780"/>
              <a:ext cx="17604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INSTAGRAM</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44</a:t>
              </a:r>
              <a:r>
                <a:rPr lang="en-US" sz="1200">
                  <a:solidFill>
                    <a:schemeClr val="dk1"/>
                  </a:solidFill>
                  <a:latin typeface="Poppins"/>
                  <a:ea typeface="Poppins"/>
                  <a:cs typeface="Poppins"/>
                  <a:sym typeface="Poppins"/>
                </a:rPr>
                <a:t>5</a:t>
              </a:r>
              <a:r>
                <a:rPr b="0" i="0" lang="en-US" sz="1200" u="none" cap="none" strike="noStrike">
                  <a:solidFill>
                    <a:schemeClr val="dk1"/>
                  </a:solidFill>
                  <a:latin typeface="Poppins"/>
                  <a:ea typeface="Poppins"/>
                  <a:cs typeface="Poppins"/>
                  <a:sym typeface="Poppins"/>
                </a:rPr>
                <a:t>K</a:t>
              </a:r>
              <a:endParaRPr>
                <a:solidFill>
                  <a:schemeClr val="dk1"/>
                </a:solidFill>
              </a:endParaRPr>
            </a:p>
          </p:txBody>
        </p:sp>
        <p:sp>
          <p:nvSpPr>
            <p:cNvPr id="233" name="Google Shape;233;p16"/>
            <p:cNvSpPr txBox="1"/>
            <p:nvPr/>
          </p:nvSpPr>
          <p:spPr>
            <a:xfrm>
              <a:off x="20677068" y="3992230"/>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TIKTOK</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1 m</a:t>
              </a:r>
              <a:endParaRPr>
                <a:solidFill>
                  <a:schemeClr val="dk1"/>
                </a:solidFill>
              </a:endParaRPr>
            </a:p>
          </p:txBody>
        </p:sp>
        <p:sp>
          <p:nvSpPr>
            <p:cNvPr id="234" name="Google Shape;234;p16"/>
            <p:cNvSpPr txBox="1"/>
            <p:nvPr/>
          </p:nvSpPr>
          <p:spPr>
            <a:xfrm>
              <a:off x="20654073" y="4801780"/>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X</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1.8</a:t>
              </a:r>
              <a:r>
                <a:rPr b="0" i="0" lang="en-US" sz="1200" u="none" cap="none" strike="noStrike">
                  <a:solidFill>
                    <a:schemeClr val="dk1"/>
                  </a:solidFill>
                  <a:latin typeface="Poppins"/>
                  <a:ea typeface="Poppins"/>
                  <a:cs typeface="Poppins"/>
                  <a:sym typeface="Poppins"/>
                </a:rPr>
                <a:t> m</a:t>
              </a:r>
              <a:endParaRPr>
                <a:solidFill>
                  <a:schemeClr val="dk1"/>
                </a:solidFill>
              </a:endParaRPr>
            </a:p>
          </p:txBody>
        </p:sp>
        <p:sp>
          <p:nvSpPr>
            <p:cNvPr id="235" name="Google Shape;235;p16"/>
            <p:cNvSpPr/>
            <p:nvPr/>
          </p:nvSpPr>
          <p:spPr>
            <a:xfrm>
              <a:off x="0" y="0"/>
              <a:ext cx="5457582" cy="1405628"/>
            </a:xfrm>
            <a:custGeom>
              <a:rect b="b" l="l" r="r" t="t"/>
              <a:pathLst>
                <a:path extrusionOk="0" h="302611" w="1174937">
                  <a:moveTo>
                    <a:pt x="32160" y="0"/>
                  </a:moveTo>
                  <a:lnTo>
                    <a:pt x="1142778" y="0"/>
                  </a:lnTo>
                  <a:cubicBezTo>
                    <a:pt x="1160539" y="0"/>
                    <a:pt x="1174937" y="14398"/>
                    <a:pt x="1174937" y="32160"/>
                  </a:cubicBezTo>
                  <a:lnTo>
                    <a:pt x="1174937" y="270451"/>
                  </a:lnTo>
                  <a:cubicBezTo>
                    <a:pt x="1174937" y="288212"/>
                    <a:pt x="1160539" y="302611"/>
                    <a:pt x="1142778" y="302611"/>
                  </a:cubicBezTo>
                  <a:lnTo>
                    <a:pt x="32160" y="302611"/>
                  </a:lnTo>
                  <a:cubicBezTo>
                    <a:pt x="14398" y="302611"/>
                    <a:pt x="0" y="288212"/>
                    <a:pt x="0" y="270451"/>
                  </a:cubicBezTo>
                  <a:lnTo>
                    <a:pt x="0" y="32160"/>
                  </a:lnTo>
                  <a:cubicBezTo>
                    <a:pt x="0" y="14398"/>
                    <a:pt x="14398" y="0"/>
                    <a:pt x="32160"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6"/>
            <p:cNvSpPr/>
            <p:nvPr/>
          </p:nvSpPr>
          <p:spPr>
            <a:xfrm>
              <a:off x="5591064" y="0"/>
              <a:ext cx="5563419" cy="1405628"/>
            </a:xfrm>
            <a:custGeom>
              <a:rect b="b" l="l" r="r" t="t"/>
              <a:pathLst>
                <a:path extrusionOk="0" h="302611" w="1197722">
                  <a:moveTo>
                    <a:pt x="31548" y="0"/>
                  </a:moveTo>
                  <a:lnTo>
                    <a:pt x="1166174" y="0"/>
                  </a:lnTo>
                  <a:cubicBezTo>
                    <a:pt x="1183597" y="0"/>
                    <a:pt x="1197722" y="14125"/>
                    <a:pt x="1197722" y="31548"/>
                  </a:cubicBezTo>
                  <a:lnTo>
                    <a:pt x="1197722" y="271063"/>
                  </a:lnTo>
                  <a:cubicBezTo>
                    <a:pt x="1197722" y="279430"/>
                    <a:pt x="1194398" y="287454"/>
                    <a:pt x="1188482" y="293371"/>
                  </a:cubicBezTo>
                  <a:cubicBezTo>
                    <a:pt x="1182565" y="299287"/>
                    <a:pt x="1174541" y="302611"/>
                    <a:pt x="1166174" y="302611"/>
                  </a:cubicBezTo>
                  <a:lnTo>
                    <a:pt x="31548" y="302611"/>
                  </a:lnTo>
                  <a:cubicBezTo>
                    <a:pt x="23181" y="302611"/>
                    <a:pt x="15157" y="299287"/>
                    <a:pt x="9240" y="293371"/>
                  </a:cubicBezTo>
                  <a:cubicBezTo>
                    <a:pt x="3324" y="287454"/>
                    <a:pt x="0" y="279430"/>
                    <a:pt x="0" y="271063"/>
                  </a:cubicBezTo>
                  <a:lnTo>
                    <a:pt x="0" y="31548"/>
                  </a:lnTo>
                  <a:cubicBezTo>
                    <a:pt x="0" y="23181"/>
                    <a:pt x="3324" y="15157"/>
                    <a:pt x="9240" y="9240"/>
                  </a:cubicBezTo>
                  <a:cubicBezTo>
                    <a:pt x="15157" y="3324"/>
                    <a:pt x="23181" y="0"/>
                    <a:pt x="31548"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6"/>
            <p:cNvSpPr/>
            <p:nvPr/>
          </p:nvSpPr>
          <p:spPr>
            <a:xfrm>
              <a:off x="11374845" y="0"/>
              <a:ext cx="5481959" cy="1405628"/>
            </a:xfrm>
            <a:custGeom>
              <a:rect b="b" l="l" r="r" t="t"/>
              <a:pathLst>
                <a:path extrusionOk="0" h="302611" w="1180185">
                  <a:moveTo>
                    <a:pt x="32017" y="0"/>
                  </a:moveTo>
                  <a:lnTo>
                    <a:pt x="1148168" y="0"/>
                  </a:lnTo>
                  <a:cubicBezTo>
                    <a:pt x="1156660" y="0"/>
                    <a:pt x="1164803" y="3373"/>
                    <a:pt x="1170808" y="9378"/>
                  </a:cubicBezTo>
                  <a:cubicBezTo>
                    <a:pt x="1176812" y="15382"/>
                    <a:pt x="1180185" y="23525"/>
                    <a:pt x="1180185" y="32017"/>
                  </a:cubicBezTo>
                  <a:lnTo>
                    <a:pt x="1180185" y="270594"/>
                  </a:lnTo>
                  <a:cubicBezTo>
                    <a:pt x="1180185" y="288276"/>
                    <a:pt x="1165851" y="302611"/>
                    <a:pt x="1148168" y="302611"/>
                  </a:cubicBezTo>
                  <a:lnTo>
                    <a:pt x="32017" y="302611"/>
                  </a:lnTo>
                  <a:cubicBezTo>
                    <a:pt x="14334" y="302611"/>
                    <a:pt x="0" y="288276"/>
                    <a:pt x="0" y="270594"/>
                  </a:cubicBezTo>
                  <a:lnTo>
                    <a:pt x="0" y="32017"/>
                  </a:lnTo>
                  <a:cubicBezTo>
                    <a:pt x="0" y="14334"/>
                    <a:pt x="14334" y="0"/>
                    <a:pt x="32017"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6"/>
            <p:cNvSpPr/>
            <p:nvPr/>
          </p:nvSpPr>
          <p:spPr>
            <a:xfrm>
              <a:off x="317500" y="309657"/>
              <a:ext cx="1004601" cy="837586"/>
            </a:xfrm>
            <a:custGeom>
              <a:rect b="b" l="l" r="r" t="t"/>
              <a:pathLst>
                <a:path extrusionOk="0" h="837586" w="1004601">
                  <a:moveTo>
                    <a:pt x="0" y="0"/>
                  </a:moveTo>
                  <a:lnTo>
                    <a:pt x="1004601" y="0"/>
                  </a:lnTo>
                  <a:lnTo>
                    <a:pt x="1004601" y="837586"/>
                  </a:lnTo>
                  <a:lnTo>
                    <a:pt x="0" y="837586"/>
                  </a:lnTo>
                  <a:lnTo>
                    <a:pt x="0" y="0"/>
                  </a:lnTo>
                  <a:close/>
                </a:path>
              </a:pathLst>
            </a:custGeom>
            <a:blipFill rotWithShape="1">
              <a:blip r:embed="rId8">
                <a:alphaModFix/>
              </a:blip>
              <a:stretch>
                <a:fillRect b="0" l="0" r="0" t="0"/>
              </a:stretch>
            </a:blipFill>
            <a:ln>
              <a:noFill/>
            </a:ln>
          </p:spPr>
        </p:sp>
        <p:sp>
          <p:nvSpPr>
            <p:cNvPr id="239" name="Google Shape;239;p16"/>
            <p:cNvSpPr/>
            <p:nvPr/>
          </p:nvSpPr>
          <p:spPr>
            <a:xfrm>
              <a:off x="11697532" y="132477"/>
              <a:ext cx="745203" cy="1189945"/>
            </a:xfrm>
            <a:custGeom>
              <a:rect b="b" l="l" r="r" t="t"/>
              <a:pathLst>
                <a:path extrusionOk="0" h="1189945" w="745203">
                  <a:moveTo>
                    <a:pt x="0" y="0"/>
                  </a:moveTo>
                  <a:lnTo>
                    <a:pt x="745203" y="0"/>
                  </a:lnTo>
                  <a:lnTo>
                    <a:pt x="745203" y="1189945"/>
                  </a:lnTo>
                  <a:lnTo>
                    <a:pt x="0" y="1189945"/>
                  </a:lnTo>
                  <a:lnTo>
                    <a:pt x="0" y="0"/>
                  </a:lnTo>
                  <a:close/>
                </a:path>
              </a:pathLst>
            </a:custGeom>
            <a:blipFill rotWithShape="1">
              <a:blip r:embed="rId9">
                <a:alphaModFix/>
              </a:blip>
              <a:stretch>
                <a:fillRect b="0" l="0" r="0" t="0"/>
              </a:stretch>
            </a:blipFill>
            <a:ln>
              <a:noFill/>
            </a:ln>
          </p:spPr>
        </p:sp>
        <p:sp>
          <p:nvSpPr>
            <p:cNvPr id="240" name="Google Shape;240;p16"/>
            <p:cNvSpPr/>
            <p:nvPr/>
          </p:nvSpPr>
          <p:spPr>
            <a:xfrm>
              <a:off x="17042231" y="0"/>
              <a:ext cx="5481959" cy="1405628"/>
            </a:xfrm>
            <a:custGeom>
              <a:rect b="b" l="l" r="r" t="t"/>
              <a:pathLst>
                <a:path extrusionOk="0" h="302611" w="1180185">
                  <a:moveTo>
                    <a:pt x="32017" y="0"/>
                  </a:moveTo>
                  <a:lnTo>
                    <a:pt x="1148168" y="0"/>
                  </a:lnTo>
                  <a:cubicBezTo>
                    <a:pt x="1156660" y="0"/>
                    <a:pt x="1164803" y="3373"/>
                    <a:pt x="1170808" y="9378"/>
                  </a:cubicBezTo>
                  <a:cubicBezTo>
                    <a:pt x="1176812" y="15382"/>
                    <a:pt x="1180185" y="23525"/>
                    <a:pt x="1180185" y="32017"/>
                  </a:cubicBezTo>
                  <a:lnTo>
                    <a:pt x="1180185" y="270594"/>
                  </a:lnTo>
                  <a:cubicBezTo>
                    <a:pt x="1180185" y="288276"/>
                    <a:pt x="1165851" y="302611"/>
                    <a:pt x="1148168" y="302611"/>
                  </a:cubicBezTo>
                  <a:lnTo>
                    <a:pt x="32017" y="302611"/>
                  </a:lnTo>
                  <a:cubicBezTo>
                    <a:pt x="14334" y="302611"/>
                    <a:pt x="0" y="288276"/>
                    <a:pt x="0" y="270594"/>
                  </a:cubicBezTo>
                  <a:lnTo>
                    <a:pt x="0" y="32017"/>
                  </a:lnTo>
                  <a:cubicBezTo>
                    <a:pt x="0" y="14334"/>
                    <a:pt x="14334" y="0"/>
                    <a:pt x="32017"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6"/>
            <p:cNvSpPr txBox="1"/>
            <p:nvPr/>
          </p:nvSpPr>
          <p:spPr>
            <a:xfrm>
              <a:off x="2014443" y="326021"/>
              <a:ext cx="20088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USERS p/m</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16.5 million</a:t>
              </a:r>
              <a:endParaRPr>
                <a:solidFill>
                  <a:srgbClr val="000000"/>
                </a:solidFill>
              </a:endParaRPr>
            </a:p>
          </p:txBody>
        </p:sp>
        <p:sp>
          <p:nvSpPr>
            <p:cNvPr id="242" name="Google Shape;242;p16"/>
            <p:cNvSpPr txBox="1"/>
            <p:nvPr/>
          </p:nvSpPr>
          <p:spPr>
            <a:xfrm>
              <a:off x="7704943" y="255454"/>
              <a:ext cx="25857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PAGE VIEWS p/m</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53 million</a:t>
              </a:r>
              <a:endParaRPr>
                <a:solidFill>
                  <a:srgbClr val="000000"/>
                </a:solidFill>
              </a:endParaRPr>
            </a:p>
          </p:txBody>
        </p:sp>
        <p:sp>
          <p:nvSpPr>
            <p:cNvPr id="243" name="Google Shape;243;p16"/>
            <p:cNvSpPr txBox="1"/>
            <p:nvPr/>
          </p:nvSpPr>
          <p:spPr>
            <a:xfrm>
              <a:off x="13399409" y="254321"/>
              <a:ext cx="26862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IMPRESSIONS p/m</a:t>
              </a:r>
              <a:endParaRPr>
                <a:solidFill>
                  <a:srgbClr val="000000"/>
                </a:solidFill>
              </a:endParaRPr>
            </a:p>
            <a:p>
              <a:pPr indent="0" lvl="0" marL="0" marR="0" rtl="0" algn="ctr">
                <a:lnSpc>
                  <a:spcPct val="139916"/>
                </a:lnSpc>
                <a:spcBef>
                  <a:spcPts val="0"/>
                </a:spcBef>
                <a:spcAft>
                  <a:spcPts val="0"/>
                </a:spcAft>
                <a:buNone/>
              </a:pPr>
              <a:r>
                <a:rPr b="1" lang="en-US" sz="1200">
                  <a:latin typeface="Poppins"/>
                  <a:ea typeface="Poppins"/>
                  <a:cs typeface="Poppins"/>
                  <a:sym typeface="Poppins"/>
                </a:rPr>
                <a:t>205.5</a:t>
              </a:r>
              <a:r>
                <a:rPr b="1" i="0" lang="en-US" sz="1200" u="none" cap="none" strike="noStrike">
                  <a:solidFill>
                    <a:srgbClr val="000000"/>
                  </a:solidFill>
                  <a:latin typeface="Poppins"/>
                  <a:ea typeface="Poppins"/>
                  <a:cs typeface="Poppins"/>
                  <a:sym typeface="Poppins"/>
                </a:rPr>
                <a:t> million</a:t>
              </a:r>
              <a:endParaRPr>
                <a:solidFill>
                  <a:srgbClr val="000000"/>
                </a:solidFill>
              </a:endParaRPr>
            </a:p>
          </p:txBody>
        </p:sp>
        <p:sp>
          <p:nvSpPr>
            <p:cNvPr id="244" name="Google Shape;244;p16"/>
            <p:cNvSpPr txBox="1"/>
            <p:nvPr/>
          </p:nvSpPr>
          <p:spPr>
            <a:xfrm>
              <a:off x="19371843" y="132888"/>
              <a:ext cx="22458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Social Media followers</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8.</a:t>
              </a:r>
              <a:r>
                <a:rPr b="1" lang="en-US" sz="1200">
                  <a:solidFill>
                    <a:srgbClr val="000000"/>
                  </a:solidFill>
                  <a:latin typeface="Poppins"/>
                  <a:ea typeface="Poppins"/>
                  <a:cs typeface="Poppins"/>
                  <a:sym typeface="Poppins"/>
                </a:rPr>
                <a:t>7</a:t>
              </a:r>
              <a:r>
                <a:rPr b="1" i="0" lang="en-US" sz="1200" u="none" cap="none" strike="noStrike">
                  <a:solidFill>
                    <a:srgbClr val="000000"/>
                  </a:solidFill>
                  <a:latin typeface="Poppins"/>
                  <a:ea typeface="Poppins"/>
                  <a:cs typeface="Poppins"/>
                  <a:sym typeface="Poppins"/>
                </a:rPr>
                <a:t> million</a:t>
              </a:r>
              <a:endParaRPr>
                <a:solidFill>
                  <a:srgbClr val="000000"/>
                </a:solidFill>
              </a:endParaRPr>
            </a:p>
          </p:txBody>
        </p:sp>
        <p:sp>
          <p:nvSpPr>
            <p:cNvPr id="245" name="Google Shape;245;p16"/>
            <p:cNvSpPr/>
            <p:nvPr/>
          </p:nvSpPr>
          <p:spPr>
            <a:xfrm>
              <a:off x="66676" y="1710175"/>
              <a:ext cx="5308077" cy="1662930"/>
            </a:xfrm>
            <a:custGeom>
              <a:rect b="b" l="l" r="r" t="t"/>
              <a:pathLst>
                <a:path extrusionOk="0" h="328480" w="1048509">
                  <a:moveTo>
                    <a:pt x="33060" y="0"/>
                  </a:moveTo>
                  <a:lnTo>
                    <a:pt x="1015449" y="0"/>
                  </a:lnTo>
                  <a:cubicBezTo>
                    <a:pt x="1033708" y="0"/>
                    <a:pt x="1048509" y="14801"/>
                    <a:pt x="1048509" y="33060"/>
                  </a:cubicBezTo>
                  <a:lnTo>
                    <a:pt x="1048509" y="295420"/>
                  </a:lnTo>
                  <a:cubicBezTo>
                    <a:pt x="1048509" y="313679"/>
                    <a:pt x="1033708" y="328480"/>
                    <a:pt x="1015449" y="328480"/>
                  </a:cubicBezTo>
                  <a:lnTo>
                    <a:pt x="33060" y="328480"/>
                  </a:lnTo>
                  <a:cubicBezTo>
                    <a:pt x="14801" y="328480"/>
                    <a:pt x="0" y="313679"/>
                    <a:pt x="0" y="295420"/>
                  </a:cubicBezTo>
                  <a:lnTo>
                    <a:pt x="0" y="33060"/>
                  </a:lnTo>
                  <a:cubicBezTo>
                    <a:pt x="0" y="14801"/>
                    <a:pt x="14801" y="0"/>
                    <a:pt x="33060"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6"/>
            <p:cNvSpPr/>
            <p:nvPr/>
          </p:nvSpPr>
          <p:spPr>
            <a:xfrm>
              <a:off x="5508543" y="1710175"/>
              <a:ext cx="5629358" cy="1662930"/>
            </a:xfrm>
            <a:custGeom>
              <a:rect b="b" l="l" r="r" t="t"/>
              <a:pathLst>
                <a:path extrusionOk="0" h="328480" w="1111972">
                  <a:moveTo>
                    <a:pt x="31173" y="0"/>
                  </a:moveTo>
                  <a:lnTo>
                    <a:pt x="1080799" y="0"/>
                  </a:lnTo>
                  <a:cubicBezTo>
                    <a:pt x="1089066" y="0"/>
                    <a:pt x="1096995" y="3284"/>
                    <a:pt x="1102841" y="9130"/>
                  </a:cubicBezTo>
                  <a:cubicBezTo>
                    <a:pt x="1108687" y="14976"/>
                    <a:pt x="1111972" y="22905"/>
                    <a:pt x="1111972" y="31173"/>
                  </a:cubicBezTo>
                  <a:lnTo>
                    <a:pt x="1111972" y="297307"/>
                  </a:lnTo>
                  <a:cubicBezTo>
                    <a:pt x="1111972" y="305575"/>
                    <a:pt x="1108687" y="313503"/>
                    <a:pt x="1102841" y="319350"/>
                  </a:cubicBezTo>
                  <a:cubicBezTo>
                    <a:pt x="1096995" y="325196"/>
                    <a:pt x="1089066" y="328480"/>
                    <a:pt x="1080799" y="328480"/>
                  </a:cubicBezTo>
                  <a:lnTo>
                    <a:pt x="31173" y="328480"/>
                  </a:lnTo>
                  <a:cubicBezTo>
                    <a:pt x="22905" y="328480"/>
                    <a:pt x="14976" y="325196"/>
                    <a:pt x="9130" y="319350"/>
                  </a:cubicBezTo>
                  <a:cubicBezTo>
                    <a:pt x="3284" y="313503"/>
                    <a:pt x="0" y="305575"/>
                    <a:pt x="0" y="297307"/>
                  </a:cubicBezTo>
                  <a:lnTo>
                    <a:pt x="0" y="31173"/>
                  </a:lnTo>
                  <a:cubicBezTo>
                    <a:pt x="0" y="22905"/>
                    <a:pt x="3284" y="14976"/>
                    <a:pt x="9130" y="9130"/>
                  </a:cubicBezTo>
                  <a:cubicBezTo>
                    <a:pt x="14976" y="3284"/>
                    <a:pt x="22905" y="0"/>
                    <a:pt x="31173"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6"/>
            <p:cNvSpPr/>
            <p:nvPr/>
          </p:nvSpPr>
          <p:spPr>
            <a:xfrm>
              <a:off x="11300199" y="1710175"/>
              <a:ext cx="5555623" cy="1662930"/>
            </a:xfrm>
            <a:custGeom>
              <a:rect b="b" l="l" r="r" t="t"/>
              <a:pathLst>
                <a:path extrusionOk="0" h="328480" w="1097407">
                  <a:moveTo>
                    <a:pt x="31587" y="0"/>
                  </a:moveTo>
                  <a:lnTo>
                    <a:pt x="1065820" y="0"/>
                  </a:lnTo>
                  <a:cubicBezTo>
                    <a:pt x="1083265" y="0"/>
                    <a:pt x="1097407" y="14142"/>
                    <a:pt x="1097407" y="31587"/>
                  </a:cubicBezTo>
                  <a:lnTo>
                    <a:pt x="1097407" y="296893"/>
                  </a:lnTo>
                  <a:cubicBezTo>
                    <a:pt x="1097407" y="305271"/>
                    <a:pt x="1094079" y="313305"/>
                    <a:pt x="1088156" y="319228"/>
                  </a:cubicBezTo>
                  <a:cubicBezTo>
                    <a:pt x="1082232" y="325152"/>
                    <a:pt x="1074198" y="328480"/>
                    <a:pt x="1065820" y="328480"/>
                  </a:cubicBezTo>
                  <a:lnTo>
                    <a:pt x="31587" y="328480"/>
                  </a:lnTo>
                  <a:cubicBezTo>
                    <a:pt x="14142" y="328480"/>
                    <a:pt x="0" y="314338"/>
                    <a:pt x="0" y="296893"/>
                  </a:cubicBezTo>
                  <a:lnTo>
                    <a:pt x="0" y="31587"/>
                  </a:lnTo>
                  <a:cubicBezTo>
                    <a:pt x="0" y="14142"/>
                    <a:pt x="14142" y="0"/>
                    <a:pt x="3158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6"/>
            <p:cNvSpPr/>
            <p:nvPr/>
          </p:nvSpPr>
          <p:spPr>
            <a:xfrm>
              <a:off x="17042231" y="1710175"/>
              <a:ext cx="5480976" cy="1662930"/>
            </a:xfrm>
            <a:custGeom>
              <a:rect b="b" l="l" r="r" t="t"/>
              <a:pathLst>
                <a:path extrusionOk="0" h="328480" w="1082662">
                  <a:moveTo>
                    <a:pt x="32017" y="0"/>
                  </a:moveTo>
                  <a:lnTo>
                    <a:pt x="1050645" y="0"/>
                  </a:lnTo>
                  <a:cubicBezTo>
                    <a:pt x="1068328" y="0"/>
                    <a:pt x="1082662" y="14334"/>
                    <a:pt x="1082662" y="32017"/>
                  </a:cubicBezTo>
                  <a:lnTo>
                    <a:pt x="1082662" y="296463"/>
                  </a:lnTo>
                  <a:cubicBezTo>
                    <a:pt x="1082662" y="304954"/>
                    <a:pt x="1079289" y="313098"/>
                    <a:pt x="1073285" y="319102"/>
                  </a:cubicBezTo>
                  <a:cubicBezTo>
                    <a:pt x="1067280" y="325107"/>
                    <a:pt x="1059137" y="328480"/>
                    <a:pt x="1050645" y="328480"/>
                  </a:cubicBezTo>
                  <a:lnTo>
                    <a:pt x="32017" y="328480"/>
                  </a:lnTo>
                  <a:cubicBezTo>
                    <a:pt x="14334" y="328480"/>
                    <a:pt x="0" y="314145"/>
                    <a:pt x="0" y="296463"/>
                  </a:cubicBezTo>
                  <a:lnTo>
                    <a:pt x="0" y="32017"/>
                  </a:lnTo>
                  <a:cubicBezTo>
                    <a:pt x="0" y="14334"/>
                    <a:pt x="14334" y="0"/>
                    <a:pt x="3201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6"/>
            <p:cNvSpPr/>
            <p:nvPr/>
          </p:nvSpPr>
          <p:spPr>
            <a:xfrm>
              <a:off x="2137244" y="2084915"/>
              <a:ext cx="1004437" cy="1034532"/>
            </a:xfrm>
            <a:custGeom>
              <a:rect b="b" l="l" r="r" t="t"/>
              <a:pathLst>
                <a:path extrusionOk="0" h="1034532" w="1004437">
                  <a:moveTo>
                    <a:pt x="0" y="0"/>
                  </a:moveTo>
                  <a:lnTo>
                    <a:pt x="1004437" y="0"/>
                  </a:lnTo>
                  <a:lnTo>
                    <a:pt x="1004437" y="1034533"/>
                  </a:lnTo>
                  <a:lnTo>
                    <a:pt x="0" y="1034533"/>
                  </a:lnTo>
                  <a:lnTo>
                    <a:pt x="0" y="0"/>
                  </a:lnTo>
                  <a:close/>
                </a:path>
              </a:pathLst>
            </a:custGeom>
            <a:blipFill rotWithShape="1">
              <a:blip r:embed="rId10">
                <a:alphaModFix/>
              </a:blip>
              <a:stretch>
                <a:fillRect b="0" l="0" r="0" t="0"/>
              </a:stretch>
            </a:blipFill>
            <a:ln>
              <a:noFill/>
            </a:ln>
            <a:effectLst>
              <a:outerShdw blurRad="57150" rotWithShape="0" algn="bl" dir="5400000" dist="19050">
                <a:srgbClr val="000000">
                  <a:alpha val="50000"/>
                </a:srgbClr>
              </a:outerShdw>
            </a:effectLst>
          </p:spPr>
        </p:sp>
        <p:sp>
          <p:nvSpPr>
            <p:cNvPr id="250" name="Google Shape;250;p16"/>
            <p:cNvSpPr/>
            <p:nvPr/>
          </p:nvSpPr>
          <p:spPr>
            <a:xfrm flipH="1">
              <a:off x="5672507" y="2022470"/>
              <a:ext cx="1034532" cy="1034532"/>
            </a:xfrm>
            <a:custGeom>
              <a:rect b="b" l="l" r="r" t="t"/>
              <a:pathLst>
                <a:path extrusionOk="0" h="1034532" w="1034532">
                  <a:moveTo>
                    <a:pt x="1034532" y="0"/>
                  </a:moveTo>
                  <a:lnTo>
                    <a:pt x="0" y="0"/>
                  </a:lnTo>
                  <a:lnTo>
                    <a:pt x="0" y="1034532"/>
                  </a:lnTo>
                  <a:lnTo>
                    <a:pt x="1034532" y="1034532"/>
                  </a:lnTo>
                  <a:lnTo>
                    <a:pt x="1034532" y="0"/>
                  </a:lnTo>
                  <a:close/>
                </a:path>
              </a:pathLst>
            </a:custGeom>
            <a:blipFill rotWithShape="1">
              <a:blip r:embed="rId11">
                <a:alphaModFix/>
              </a:blip>
              <a:stretch>
                <a:fillRect b="0" l="0" r="0" t="0"/>
              </a:stretch>
            </a:blipFill>
            <a:ln>
              <a:noFill/>
            </a:ln>
            <a:effectLst>
              <a:outerShdw blurRad="57150" rotWithShape="0" algn="bl" dir="5400000" dist="19050">
                <a:srgbClr val="000000">
                  <a:alpha val="50000"/>
                </a:srgbClr>
              </a:outerShdw>
            </a:effectLst>
          </p:spPr>
        </p:sp>
        <p:sp>
          <p:nvSpPr>
            <p:cNvPr id="251" name="Google Shape;251;p16"/>
            <p:cNvSpPr/>
            <p:nvPr/>
          </p:nvSpPr>
          <p:spPr>
            <a:xfrm>
              <a:off x="11429088" y="1861709"/>
              <a:ext cx="1327239" cy="1356055"/>
            </a:xfrm>
            <a:custGeom>
              <a:rect b="b" l="l" r="r" t="t"/>
              <a:pathLst>
                <a:path extrusionOk="0" h="1356055" w="1327239">
                  <a:moveTo>
                    <a:pt x="0" y="0"/>
                  </a:moveTo>
                  <a:lnTo>
                    <a:pt x="1327238" y="0"/>
                  </a:lnTo>
                  <a:lnTo>
                    <a:pt x="1327238" y="1356054"/>
                  </a:lnTo>
                  <a:lnTo>
                    <a:pt x="0" y="1356054"/>
                  </a:lnTo>
                  <a:lnTo>
                    <a:pt x="0" y="0"/>
                  </a:lnTo>
                  <a:close/>
                </a:path>
              </a:pathLst>
            </a:custGeom>
            <a:blipFill rotWithShape="1">
              <a:blip r:embed="rId12">
                <a:alphaModFix/>
              </a:blip>
              <a:stretch>
                <a:fillRect b="0" l="0" r="0" t="0"/>
              </a:stretch>
            </a:blipFill>
            <a:ln>
              <a:noFill/>
            </a:ln>
            <a:effectLst>
              <a:outerShdw blurRad="57150" rotWithShape="0" algn="bl" dir="5400000" dist="19050">
                <a:srgbClr val="000000">
                  <a:alpha val="50000"/>
                </a:srgbClr>
              </a:outerShdw>
            </a:effectLst>
          </p:spPr>
        </p:sp>
        <p:sp>
          <p:nvSpPr>
            <p:cNvPr id="252" name="Google Shape;252;p16"/>
            <p:cNvSpPr/>
            <p:nvPr/>
          </p:nvSpPr>
          <p:spPr>
            <a:xfrm>
              <a:off x="17224122" y="2022037"/>
              <a:ext cx="1245289" cy="1097411"/>
            </a:xfrm>
            <a:custGeom>
              <a:rect b="b" l="l" r="r" t="t"/>
              <a:pathLst>
                <a:path extrusionOk="0" h="1097411" w="1245289">
                  <a:moveTo>
                    <a:pt x="0" y="0"/>
                  </a:moveTo>
                  <a:lnTo>
                    <a:pt x="1245289" y="0"/>
                  </a:lnTo>
                  <a:lnTo>
                    <a:pt x="1245289" y="1097411"/>
                  </a:lnTo>
                  <a:lnTo>
                    <a:pt x="0" y="1097411"/>
                  </a:lnTo>
                  <a:lnTo>
                    <a:pt x="0" y="0"/>
                  </a:lnTo>
                  <a:close/>
                </a:path>
              </a:pathLst>
            </a:custGeom>
            <a:blipFill rotWithShape="1">
              <a:blip r:embed="rId13">
                <a:alphaModFix/>
              </a:blip>
              <a:stretch>
                <a:fillRect b="0" l="0" r="0" t="0"/>
              </a:stretch>
            </a:blipFill>
            <a:ln>
              <a:noFill/>
            </a:ln>
            <a:effectLst>
              <a:outerShdw blurRad="57150" rotWithShape="0" algn="bl" dir="5400000" dist="19050">
                <a:srgbClr val="000000">
                  <a:alpha val="50000"/>
                </a:srgbClr>
              </a:outerShdw>
            </a:effectLst>
          </p:spPr>
        </p:sp>
        <p:sp>
          <p:nvSpPr>
            <p:cNvPr id="253" name="Google Shape;253;p16"/>
            <p:cNvSpPr txBox="1"/>
            <p:nvPr/>
          </p:nvSpPr>
          <p:spPr>
            <a:xfrm>
              <a:off x="361333" y="2359010"/>
              <a:ext cx="12351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MALE</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52%</a:t>
              </a:r>
              <a:endParaRPr>
                <a:solidFill>
                  <a:schemeClr val="dk1"/>
                </a:solidFill>
              </a:endParaRPr>
            </a:p>
          </p:txBody>
        </p:sp>
        <p:sp>
          <p:nvSpPr>
            <p:cNvPr id="254" name="Google Shape;254;p16"/>
            <p:cNvSpPr txBox="1"/>
            <p:nvPr/>
          </p:nvSpPr>
          <p:spPr>
            <a:xfrm>
              <a:off x="3878281" y="2347555"/>
              <a:ext cx="12351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FEMALE</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48%</a:t>
              </a:r>
              <a:endParaRPr>
                <a:solidFill>
                  <a:schemeClr val="dk1"/>
                </a:solidFill>
              </a:endParaRPr>
            </a:p>
          </p:txBody>
        </p:sp>
        <p:sp>
          <p:nvSpPr>
            <p:cNvPr id="255" name="Google Shape;255;p16"/>
            <p:cNvSpPr txBox="1"/>
            <p:nvPr/>
          </p:nvSpPr>
          <p:spPr>
            <a:xfrm>
              <a:off x="7894776" y="1946091"/>
              <a:ext cx="24729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COUNTRY</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South Africa 77%</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International 23%</a:t>
              </a:r>
              <a:endParaRPr>
                <a:solidFill>
                  <a:schemeClr val="dk1"/>
                </a:solidFill>
              </a:endParaRPr>
            </a:p>
          </p:txBody>
        </p:sp>
        <p:sp>
          <p:nvSpPr>
            <p:cNvPr id="256" name="Google Shape;256;p16"/>
            <p:cNvSpPr txBox="1"/>
            <p:nvPr/>
          </p:nvSpPr>
          <p:spPr>
            <a:xfrm>
              <a:off x="13495143" y="1901088"/>
              <a:ext cx="29481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TOP CATEGORIES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News / Sport</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Business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Entertainment</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Lifestyle</a:t>
              </a:r>
              <a:endParaRPr>
                <a:solidFill>
                  <a:schemeClr val="dk1"/>
                </a:solidFill>
              </a:endParaRPr>
            </a:p>
          </p:txBody>
        </p:sp>
        <p:sp>
          <p:nvSpPr>
            <p:cNvPr id="257" name="Google Shape;257;p16"/>
            <p:cNvSpPr txBox="1"/>
            <p:nvPr/>
          </p:nvSpPr>
          <p:spPr>
            <a:xfrm>
              <a:off x="19391276" y="1929920"/>
              <a:ext cx="2948100" cy="985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TOP REGIONS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Gauteng 51%</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Western Cape 26%</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KZN 22%</a:t>
              </a:r>
              <a:endParaRPr>
                <a:solidFill>
                  <a:schemeClr val="dk1"/>
                </a:solidFill>
              </a:endParaRPr>
            </a:p>
          </p:txBody>
        </p:sp>
      </p:grpSp>
      <p:sp>
        <p:nvSpPr>
          <p:cNvPr id="258" name="Google Shape;258;p16"/>
          <p:cNvSpPr/>
          <p:nvPr/>
        </p:nvSpPr>
        <p:spPr>
          <a:xfrm>
            <a:off x="16065397" y="8086392"/>
            <a:ext cx="362272" cy="369666"/>
          </a:xfrm>
          <a:custGeom>
            <a:rect b="b" l="l" r="r" t="t"/>
            <a:pathLst>
              <a:path extrusionOk="0" h="369666" w="362272">
                <a:moveTo>
                  <a:pt x="0" y="0"/>
                </a:moveTo>
                <a:lnTo>
                  <a:pt x="362272" y="0"/>
                </a:lnTo>
                <a:lnTo>
                  <a:pt x="362272" y="369666"/>
                </a:lnTo>
                <a:lnTo>
                  <a:pt x="0" y="369666"/>
                </a:lnTo>
                <a:lnTo>
                  <a:pt x="0" y="0"/>
                </a:lnTo>
                <a:close/>
              </a:path>
            </a:pathLst>
          </a:custGeom>
          <a:blipFill rotWithShape="1">
            <a:blip r:embed="rId14">
              <a:alphaModFix/>
            </a:blip>
            <a:stretch>
              <a:fillRect b="0" l="0" r="0" t="0"/>
            </a:stretch>
          </a:blipFill>
          <a:ln>
            <a:noFill/>
          </a:ln>
          <a:effectLst>
            <a:outerShdw blurRad="57150" rotWithShape="0" algn="bl" dir="5400000" dist="19050">
              <a:srgbClr val="000000">
                <a:alpha val="50000"/>
              </a:srgbClr>
            </a:outerShdw>
          </a:effectLst>
        </p:spPr>
      </p:sp>
      <p:sp>
        <p:nvSpPr>
          <p:cNvPr id="259" name="Google Shape;259;p16"/>
          <p:cNvSpPr/>
          <p:nvPr/>
        </p:nvSpPr>
        <p:spPr>
          <a:xfrm>
            <a:off x="15985227" y="7410587"/>
            <a:ext cx="518642" cy="518642"/>
          </a:xfrm>
          <a:custGeom>
            <a:rect b="b" l="l" r="r" t="t"/>
            <a:pathLst>
              <a:path extrusionOk="0" h="518642" w="518642">
                <a:moveTo>
                  <a:pt x="0" y="0"/>
                </a:moveTo>
                <a:lnTo>
                  <a:pt x="518642" y="0"/>
                </a:lnTo>
                <a:lnTo>
                  <a:pt x="518642" y="518643"/>
                </a:lnTo>
                <a:lnTo>
                  <a:pt x="0" y="518643"/>
                </a:lnTo>
                <a:lnTo>
                  <a:pt x="0" y="0"/>
                </a:lnTo>
                <a:close/>
              </a:path>
            </a:pathLst>
          </a:custGeom>
          <a:blipFill rotWithShape="1">
            <a:blip r:embed="rId15">
              <a:alphaModFix/>
            </a:blip>
            <a:stretch>
              <a:fillRect b="0" l="0" r="0" t="0"/>
            </a:stretch>
          </a:blipFill>
          <a:ln>
            <a:noFill/>
          </a:ln>
        </p:spPr>
      </p:sp>
      <p:sp>
        <p:nvSpPr>
          <p:cNvPr id="260" name="Google Shape;260;p16"/>
          <p:cNvSpPr/>
          <p:nvPr/>
        </p:nvSpPr>
        <p:spPr>
          <a:xfrm>
            <a:off x="13738813" y="4564939"/>
            <a:ext cx="872505" cy="872505"/>
          </a:xfrm>
          <a:custGeom>
            <a:rect b="b" l="l" r="r" t="t"/>
            <a:pathLst>
              <a:path extrusionOk="0" h="872505" w="872505">
                <a:moveTo>
                  <a:pt x="0" y="0"/>
                </a:moveTo>
                <a:lnTo>
                  <a:pt x="872505" y="0"/>
                </a:lnTo>
                <a:lnTo>
                  <a:pt x="872505" y="872505"/>
                </a:lnTo>
                <a:lnTo>
                  <a:pt x="0" y="872505"/>
                </a:lnTo>
                <a:lnTo>
                  <a:pt x="0" y="0"/>
                </a:lnTo>
                <a:close/>
              </a:path>
            </a:pathLst>
          </a:custGeom>
          <a:blipFill rotWithShape="1">
            <a:blip r:embed="rId16">
              <a:alphaModFix/>
            </a:blip>
            <a:stretch>
              <a:fillRect b="0" l="0" r="0" t="0"/>
            </a:stretch>
          </a:blipFill>
          <a:ln>
            <a:noFill/>
          </a:ln>
        </p:spPr>
      </p:sp>
      <p:pic>
        <p:nvPicPr>
          <p:cNvPr id="261" name="Google Shape;261;p16" title="Add a heading (72).png"/>
          <p:cNvPicPr preferRelativeResize="0"/>
          <p:nvPr/>
        </p:nvPicPr>
        <p:blipFill rotWithShape="1">
          <a:blip r:embed="rId17">
            <a:alphaModFix/>
          </a:blip>
          <a:srcRect b="16685" l="18734" r="19561" t="18670"/>
          <a:stretch/>
        </p:blipFill>
        <p:spPr>
          <a:xfrm>
            <a:off x="5062325" y="4696428"/>
            <a:ext cx="1034450" cy="609575"/>
          </a:xfrm>
          <a:prstGeom prst="rect">
            <a:avLst/>
          </a:prstGeom>
          <a:noFill/>
          <a:ln>
            <a:noFill/>
          </a:ln>
        </p:spPr>
      </p:pic>
      <p:cxnSp>
        <p:nvCxnSpPr>
          <p:cNvPr id="262" name="Google Shape;262;p16"/>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63" name="Google Shape;263;p16"/>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18">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64" name="Google Shape;264;p16"/>
          <p:cNvPicPr preferRelativeResize="0"/>
          <p:nvPr/>
        </p:nvPicPr>
        <p:blipFill rotWithShape="1">
          <a:blip r:embed="rId19">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4.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268" name="Shape 268"/><p:cNvGrpSpPr/><p:nvPr/></p:nvGrpSpPr><p:grpSpPr><a:xfrm><a:off x="0" y="0"/><a:ext cx="0" cy="0"/><a:chOff x="0" y="0"/><a:chExt cx="0" cy="0"/></a:xfrm></p:grpSpPr><p:sp><p:nvSpPr><p:cNvPr id="269" name="Google Shape;269;p17"/><p:cNvSpPr txBox="1"/><p:nvPr/></p:nvSpPr><p:spPr><a:xfrm><a:off x="17545050" y="9496425"/><a:ext cx="152400" cy="215400"/></a:xfrm><a:prstGeom prst="rect"><a:avLst/></a:prstGeom><a:noFill/><a:ln><a:noFill/></a:ln></p:spPr><p:txBody><a:bodyPr anchorCtr="0" anchor="t" bIns="0" lIns="0" spcFirstLastPara="1" rIns="0" wrap="square" tIns="0"><a:spAutoFit/></a:bodyPr><a:lstStyle/><a:p><a:pPr indent="0" lvl="0" marL="0" marR="0" rtl="0" algn="r"><a:lnSpc><a:spcPct val="140000"/></a:lnSpc><a:spcBef><a:spcPts val="0"/></a:spcBef><a:spcAft><a:spcPts val="0"/></a:spcAft><a:buNone/></a:pPr><a:r><a:t></a:t></a:r><a:endParaRPr/></a:p></p:txBody></p:sp><p:sp><p:nvSpPr><p:cNvPr id="270" name="Google Shape;270;p17"/><p:cNvSpPr txBox="1"/><p:nvPr/></p:nvSpPr><p:spPr><a:xfrm><a:off x="840575" y="2505175"/><a:ext cx="15068400" cy="3863400"/></a:xfrm><a:prstGeom prst="rect"><a:avLst/></a:prstGeom><a:noFill/><a:ln><a:noFill/></a:ln></p:spPr><p:txBody><a:bodyPr anchorCtr="0" anchor="t" bIns="0" lIns="0" spcFirstLastPara="1" rIns="0" wrap="square" tIns="0"><a:spAutoFit/></a:bodyPr><a:lstStyle/><a:p><a:pPr indent="0" lvl="0" marL="0" rtl="0" algn="l"><a:lnSpc><a:spcPct val="115000"/></a:lnSpc><a:spcBef><a:spcPts val="1200"/></a:spcBef><a:spcAft><a:spcPts val="0"/></a:spcAft><a:buNone/></a:pPr><a:r><a:rPr b="1" lang="en-US" sz="2000"><a:solidFill><a:srgbClr val="002C5C"/><a:t>Campaign Period: {{Slide 4 Campaign Period}}                                                                                                                                                                             </a:t></a:r><a:endParaRPr sz="2000"><a:solidFill><a:srgbClr val="002C5C"/></a:solidFill><a:latin typeface="Poppins"/><a:ea typeface="Poppins"/><a:cs typeface="Poppins"/><a:sym typeface="Poppins"/></a:endParaRPr></a:p><a:p><a:pPr indent="0" lvl="0" marL="0" rtl="0" algn="l"><a:lnSpc><a:spcPct val="115000"/></a:lnSpc><a:spcBef><a:spcPts val="1200"/></a:spcBef><a:spcAft><a:spcPts val="0"/></a:spcAft><a:buNone/></a:pPr><a:r><a:t></a:t></a:r><a:endParaRPr b="1" sz="2000"><a:solidFill><a:srgbClr val="002C5C"/></a:solidFill><a:latin typeface="Poppins"/><a:ea typeface="Poppins"/><a:cs typeface="Poppins"/><a:sym typeface="Poppins"/></a:endParaRPr></a:p><a:p><a:pPr indent="0" lvl="0" marL="0" rtl="0" algn="l"><a:lnSpc><a:spcPct val="115000"/></a:lnSpc><a:spcBef><a:spcPts val="1200"/></a:spcBef><a:spcAft><a:spcPts val="0"/></a:spcAft><a:buNone/></a:pPr><a:r><a:rPr b="1" lang="en-US" sz="2000"><a:solidFill><a:srgbClr val="002C5C"/></a:solidFill><a:latin typeface="Poppins"/><a:ea typeface="Poppins"/><a:cs typeface="Poppins"/><a:sym typeface="Poppins"/></a:rPr><a:t>Campaign Objective:  </a:t></a:r><a:endParaRPr b="1" sz="2000"><a:solidFill><a:srgbClr val="002C5C"/></a:solidFill><a:latin typeface="Poppins"/><a:ea typeface="Poppins"/><a:cs typeface="Poppins"/><a:sym typeface="Poppins"/></a:endParaRPr></a:p><a:p><a:pPr indent="0" lvl="0" marL="0" rtl="0" algn="l"><a:lnSpc><a:spcPct val="115000"/></a:lnSpc><a:spcBef><a:spcPts val="1200"/></a:spcBef><a:spcAft><a:spcPts val="0"/></a:spcAft><a:buNone/></a:pPr><a:r><a:rPr lang="en-US" sz="2000"><a:solidFill><a:srgbClr val="002C5C"/><a:t>{{Slide 4 Campaign Objective}}                                                                                                                                                                          </a:t></a:r><a:endParaRPr sz="2000"><a:solidFill><a:srgbClr val="002C5C"/></a:solidFill><a:latin typeface="Poppins"/><a:ea typeface="Poppins"/><a:cs typeface="Poppins"/><a:sym typeface="Poppins"/></a:endParaRPr></a:p><a:p><a:pPr indent="0" lvl="0" marL="0" rtl="0" algn="l"><a:lnSpc><a:spcPct val="115000"/></a:lnSpc><a:spcBef><a:spcPts val="1200"/></a:spcBef><a:spcAft><a:spcPts val="0"/></a:spcAft><a:buNone/></a:pPr><a:r><a:t></a:t></a:r><a:endParaRPr b="1" sz="2000"><a:solidFill><a:srgbClr val="002C5C"/></a:solidFill><a:latin typeface="Poppins"/><a:ea typeface="Poppins"/><a:cs typeface="Poppins"/><a:sym typeface="Poppins"/></a:endParaRPr></a:p><a:p><a:pPr indent="0" lvl="0" marL="0" rtl="0" algn="l"><a:lnSpc><a:spcPct val="115000"/></a:lnSpc><a:spcBef><a:spcPts val="1200"/></a:spcBef><a:spcAft><a:spcPts val="0"/></a:spcAft><a:buNone/></a:pPr><a:r><a:t></a:t></a:r><a:endParaRPr b="1" sz="2000"><a:solidFill><a:srgbClr val="002C5C"/></a:solidFill><a:latin typeface="Poppins"/><a:ea typeface="Poppins"/><a:cs typeface="Poppins"/><a:sym typeface="Poppins"/></a:endParaRPr></a:p><a:p><a:pPr indent="0" lvl="0" marL="0" rtl="0" algn="l"><a:lnSpc><a:spcPct val="115000"/></a:lnSpc><a:spcBef><a:spcPts val="1200"/></a:spcBef><a:spcAft><a:spcPts val="0"/></a:spcAft><a:buNone/></a:pPr><a:r><a:t></a:t></a:r><a:endParaRPr sz="2000"><a:solidFill><a:srgbClr val="002C5C"/></a:solidFill><a:latin typeface="Poppins"/><a:ea typeface="Poppins"/><a:cs typeface="Poppins"/><a:sym typeface="Poppins"/></a:endParaRPr></a:p><a:p><a:pPr indent="0" lvl="0" marL="457200" rtl="0" algn="l"><a:lnSpc><a:spcPct val="115000"/></a:lnSpc><a:spcBef><a:spcPts val="1200"/></a:spcBef><a:spcAft><a:spcPts val="1200"/></a:spcAft><a:buNone/></a:pPr><a:r><a:t></a:t></a:r><a:endParaRPr b="1" sz="2000"><a:solidFill><a:srgbClr val="002C5C"/></a:solidFill><a:latin typeface="Poppins"/><a:ea typeface="Poppins"/><a:cs typeface="Poppins"/><a:sym typeface="Poppins"/></a:endParaRPr></a:p></p:txBody></p:sp><p:sp><p:nvSpPr><p:cNvPr id="271" name="Google Shape;271;p17"/><p:cNvSpPr txBox="1"/><p:nvPr/></p:nvSpPr><p:spPr><a:xfrm><a:off x="840567" y="680238"/><a:ext cx="14094600" cy="1308300"/></a:xfrm><a:prstGeom prst="rect"><a:avLst/></a:prstGeom><a:noFill/><a:ln><a:noFill/></a:ln></p:spPr><p:txBody><a:bodyPr anchorCtr="0" anchor="t" bIns="0" lIns="0" spcFirstLastPara="1" rIns="0" wrap="square" tIns="0"><a:spAutoFit/></a:bodyPr><a:lstStyle/><a:p><a:pPr indent="0" lvl="0" marL="0" marR="0" rtl="0" algn="l"><a:lnSpc><a:spcPct val="84998"/></a:lnSpc><a:spcBef><a:spcPts val="0"/></a:spcBef><a:spcAft><a:spcPts val="0"/></a:spcAft><a:buNone/></a:pPr><a:r><a:rPr lang="en-US" sz="9999"><a:solidFill><a:srgbClr val="002C5C"/></a:solidFill><a:latin typeface="Anton"/><a:ea typeface="Anton"/><a:cs typeface="Anton"/><a:sym typeface="Anton"/></a:rPr><a:t>CAMPAIGN</a:t></a:r><a:r><a:rPr i="0" lang="en-US" sz="9999" u="none" cap="none" strike="noStrike"><a:solidFill><a:srgbClr val="FCFCFC"/></a:solidFill><a:latin typeface="Anton"/><a:ea typeface="Anton"/><a:cs typeface="Anton"/><a:sym typeface="Anton"/></a:rPr><a:t> </a:t></a:r><a:r><a:rPr lang="en-US" sz="9999"><a:solidFill><a:srgbClr val="888888"/></a:solidFill><a:latin typeface="Anton"/><a:ea typeface="Anton"/><a:cs typeface="Anton"/><a:sym typeface="Anton"/></a:rPr><a:t>OUTLINE</a:t></a:r><a:r><a:rPr i="0" lang="en-US" sz="9999" u="none" cap="none" strike="noStrike"><a:solidFill><a:srgbClr val="888888"/></a:solidFill><a:latin typeface="Anton"/><a:ea typeface="Anton"/><a:cs typeface="Anton"/><a:sym typeface="Anton"/></a:rPr><a:t> </a:t></a:r><a:endParaRPr><a:solidFill><a:schemeClr val="lt1"/></a:solidFill><a:latin typeface="Anton"/><a:ea typeface="Anton"/><a:cs typeface="Anton"/><a:sym typeface="Anton"/></a:endParaRPr></a:p></p:txBody></p:sp><p:cxnSp><p:nvCxnSpPr><p:cNvPr id="272" name="Google Shape;272;p17"/><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273" name="Google Shape;273;p17"/><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274" name="Google Shape;274;p17"/><p:cNvPicPr preferRelativeResize="0"/><p:nvPr/></p:nvPicPr><p:blipFill rotWithShape="1"><a:blip r:embed="rId4"><a:alphaModFix/></a:blip><a:srcRect b="0" l="0" r="0" t="0"/><a:stretch/></p:blipFill><p:spPr><a:xfrm><a:off x="15249232" y="9523939"/><a:ext cx="2496875" cy="469534"/></a:xfrm><a:prstGeom prst="rect"><a:avLst/></a:prstGeom><a:noFill/><a:ln><a:noFill/></a:ln></p:spPr></p:pic></p:spTree></p:cSld><p:clrMapOvr><a:masterClrMapping/></p:clrMapOvr></p:sld>
</file>

<file path=ppt/slides/slide5.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278" name="Shape 278"/><p:cNvGrpSpPr/><p:nvPr/></p:nvGrpSpPr><p:grpSpPr><a:xfrm><a:off x="0" y="0"/><a:ext cx="0" cy="0"/><a:chOff x="0" y="0"/><a:chExt cx="0" cy="0"/></a:xfrm></p:grpSpPr><p:sp><p:nvSpPr><p:cNvPr id="279" name="Google Shape;279;p18"/><p:cNvSpPr txBox="1"/><p:nvPr/></p:nvSpPr><p:spPr><a:xfrm><a:off x="1297475" y="680250"/><a:ext cx="13637700" cy="1308300"/></a:xfrm><a:prstGeom prst="rect"><a:avLst/></a:prstGeom><a:noFill/><a:ln><a:noFill/></a:ln></p:spPr><p:txBody><a:bodyPr anchorCtr="0" anchor="t" bIns="0" lIns="0" spcFirstLastPara="1" rIns="0" wrap="square" tIns="0"><a:spAutoFit/></a:bodyPr><a:lstStyle/><a:p><a:pPr indent="0" lvl="0" marL="0" marR="0" rtl="0" algn="l"><a:lnSpc><a:spcPct val="84998"/></a:lnSpc><a:spcBef><a:spcPts val="0"/></a:spcBef><a:spcAft><a:spcPts val="0"/></a:spcAft><a:buNone/></a:pPr><a:r><a:rPr lang="en-US" sz="9999"><a:solidFill><a:srgbClr val="002C5C"/></a:solidFill><a:latin typeface="Anton"/><a:ea typeface="Anton"/><a:cs typeface="Anton"/><a:sym typeface="Anton"/></a:rPr><a:t>TARGETING</a:t></a:r><a:r><a:rPr i="0" lang="en-US" sz="9999" u="none" cap="none" strike="noStrike"><a:solidFill><a:srgbClr val="FCFCFC"/></a:solidFill><a:latin typeface="Anton"/><a:ea typeface="Anton"/><a:cs typeface="Anton"/><a:sym typeface="Anton"/></a:rPr><a:t> </a:t></a:r><a:r><a:rPr lang="en-US" sz="9999"><a:solidFill><a:srgbClr val="888888"/></a:solidFill><a:latin typeface="Anton"/><a:ea typeface="Anton"/><a:cs typeface="Anton"/><a:sym typeface="Anton"/></a:rPr><a:t>OVERVIEW</a:t></a:r><a:r><a:rPr i="0" lang="en-US" sz="9999" u="none" cap="none" strike="noStrike"><a:solidFill><a:srgbClr val="888888"/></a:solidFill><a:latin typeface="Anton"/><a:ea typeface="Anton"/><a:cs typeface="Anton"/><a:sym typeface="Anton"/></a:rPr><a:t> </a:t></a:r><a:endParaRPr><a:solidFill><a:schemeClr val="lt1"/></a:solidFill><a:latin typeface="Anton"/><a:ea typeface="Anton"/><a:cs typeface="Anton"/><a:sym typeface="Anton"/></a:endParaRPr></a:p></p:txBody></p:sp><p:graphicFrame><p:nvGraphicFramePr><p:cNvPr id="280" name="Google Shape;280;p18"/><p:cNvGraphicFramePr/><p:nvPr/></p:nvGraphicFramePr><p:xfrm><a:off x="1297475" y="2444513"/><a:ext cx="3000000" cy="3000000"/></p:xfrm><a:graphic><a:graphicData uri="http://schemas.openxmlformats.org/drawingml/2006/table"><a:tbl><a:tblPr><a:noFill/><a:tableStyleId>{97BBCC3D-812B-48C3-B6C7-5B41C7B5152E}</a:tableStyleId></a:tblPr><a:tblGrid><a:gridCol w="3824950"/><a:gridCol w="11868250"/></a:tblGrid><a:tr h="721750"><a:tc><a:txBody><a:bodyPr/><a:lstStyle/><a:p><a:pPr indent="0" lvl="0" marL="0" rtl="0" algn="l"><a:lnSpc><a:spcPct val="115000"/></a:lnSpc><a:spcBef><a:spcPts val="0"/></a:spcBef><a:spcAft><a:spcPts val="0"/></a:spcAft><a:buNone/></a:pPr><a:r><a:rPr b="1" lang="en-US" sz="2000"><a:solidFill><a:srgbClr val="002C5C"/></a:solidFill><a:latin typeface="Poppins"/><a:ea typeface="Poppins"/><a:cs typeface="Poppins"/><a:sym typeface="Poppins"/></a:rPr><a:t>Age</a:t></a:r><a:endParaRPr b="1" sz="2000"><a:solidFill><a:srgbClr val="002C5C"/></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c><a:txBody><a:bodyPr/><a:lstStyle/><a:p><a:pPr indent="0" lvl="0" marL="0" rtl="0" algn="l"><a:lnSpc><a:spcPct val="115000"/></a:lnSpc><a:spcBef><a:spcPts val="0"/></a:spcBef><a:spcAft><a:spcPts val="0"/></a:spcAft><a:buNone/></a:pPr><a:r><a:rPr lang="en-US" sz="2000"><a:solidFill><a:schemeClr val="dk2"/><a:t>{{Slide 5 Target Age Group}}                                                                                                                                                                            </a:t></a:r><a:endParaRPr sz="2000"><a:solidFill><a:schemeClr val="dk2"/></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r><a:tr h="721750"><a:tc><a:txBody><a:bodyPr/><a:lstStyle/><a:p><a:pPr indent="0" lvl="0" marL="0" rtl="0" algn="l"><a:lnSpc><a:spcPct val="115000"/></a:lnSpc><a:spcBef><a:spcPts val="0"/></a:spcBef><a:spcAft><a:spcPts val="0"/></a:spcAft><a:buNone/></a:pPr><a:r><a:rPr b="1" lang="en-US" sz="2000"><a:solidFill><a:srgbClr val="002C5C"/></a:solidFill><a:latin typeface="Poppins"/><a:ea typeface="Poppins"/><a:cs typeface="Poppins"/><a:sym typeface="Poppins"/></a:rPr><a:t>Gender</a:t></a:r><a:endParaRPr b="1" sz="2000"><a:solidFill><a:srgbClr val="002C5C"/></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c><a:txBody><a:bodyPr/><a:lstStyle/><a:p><a:pPr indent="0" lvl="0" marL="0" rtl="0" algn="l"><a:lnSpc><a:spcPct val="115000"/></a:lnSpc><a:spcBef><a:spcPts val="0"/></a:spcBef><a:spcAft><a:spcPts val="0"/></a:spcAft><a:buNone/></a:pPr><a:r><a:rPr lang="en-US" sz="2000"><a:solidFill><a:schemeClr val="dk2"/><a:t>{{Slide 5 Target Gender}}                                                                                                                                                                               </a:t></a:r><a:endParaRPr sz="2000"><a:solidFill><a:schemeClr val="dk2"/></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r><a:tr h="721750"><a:tc><a:txBody><a:bodyPr/><a:lstStyle/><a:p><a:pPr indent="0" lvl="0" marL="0" rtl="0" algn="l"><a:lnSpc><a:spcPct val="115000"/></a:lnSpc><a:spcBef><a:spcPts val="0"/></a:spcBef><a:spcAft><a:spcPts val="0"/></a:spcAft><a:buNone/></a:pPr><a:r><a:rPr b="1" lang="en-US" sz="2000"><a:solidFill><a:srgbClr val="002C5C"/></a:solidFill><a:latin typeface="Poppins"/><a:ea typeface="Poppins"/><a:cs typeface="Poppins"/><a:sym typeface="Poppins"/></a:rPr><a:t>Interests</a:t></a:r><a:endParaRPr b="1" sz="2000"><a:solidFill><a:srgbClr val="002C5C"/></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c><a:txBody><a:bodyPr/><a:lstStyle/><a:p><a:pPr indent="0" lvl="0" marL="0" rtl="0" algn="l"><a:spcBef><a:spcPts val="0"/></a:spcBef><a:spcAft><a:spcPts val="0"/></a:spcAft><a:buNone/></a:pPr><a:r><a:rPr lang="en-US" sz="2000"><a:solidFill><a:schemeClr val="dk2"/><a:t>{{Slide 5 Interests}}                                                                                                                                                                                   </a:t></a:r><a:endParaRPr sz="2000"><a:solidFill><a:schemeClr val="dk2"/></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r><a:tr h="721750"><a:tc><a:txBody><a:bodyPr/><a:lstStyle/><a:p><a:pPr indent="0" lvl="0" marL="0" rtl="0" algn="l"><a:lnSpc><a:spcPct val="115000"/></a:lnSpc><a:spcBef><a:spcPts val="0"/></a:spcBef><a:spcAft><a:spcPts val="0"/></a:spcAft><a:buNone/></a:pPr><a:r><a:rPr b="1" lang="en-US" sz="2000"><a:solidFill><a:srgbClr val="002C5C"/></a:solidFill><a:latin typeface="Poppins"/><a:ea typeface="Poppins"/><a:cs typeface="Poppins"/><a:sym typeface="Poppins"/></a:rPr><a:t>Income Level / LSM </a:t></a:r><a:endParaRPr b="1" sz="2000"><a:solidFill><a:srgbClr val="002C5C"/></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c><a:txBody><a:bodyPr/><a:lstStyle/><a:p><a:pPr indent="0" lvl="0" marL="0" rtl="0" algn="l"><a:spcBef><a:spcPts val="0"/></a:spcBef><a:spcAft><a:spcPts val="0"/></a:spcAft><a:buClr><a:schemeClr val="dk1"/></a:buClr><a:buSzPts val="1100"/><a:buFont typeface="Arial"/><a:buNone/></a:pPr><a:r><a:rPr lang="en-US" sz="2000"><a:solidFill><a:schemeClr val="dk2"/><a:t>{{Slide 5 Income Level}}                                                                                                                                                                                </a:t></a:r><a:endParaRPr><a:solidFill><a:schemeClr val="dk2"/></a:solidFill></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r><a:tr h="721750"><a:tc><a:txBody><a:bodyPr/><a:lstStyle/><a:p><a:pPr indent="0" lvl="0" marL="0" rtl="0" algn="l"><a:lnSpc><a:spcPct val="115000"/></a:lnSpc><a:spcBef><a:spcPts val="0"/></a:spcBef><a:spcAft><a:spcPts val="0"/></a:spcAft><a:buNone/></a:pPr><a:r><a:rPr b="1" lang="en-US" sz="2000"><a:solidFill><a:srgbClr val="002C5C"/></a:solidFill><a:latin typeface="Poppins"/><a:ea typeface="Poppins"/><a:cs typeface="Poppins"/><a:sym typeface="Poppins"/></a:rPr><a:t>Geographics</a:t></a:r><a:endParaRPr b="1" sz="2000"><a:solidFill><a:srgbClr val="002C5C"/></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c><a:txBody><a:bodyPr/><a:lstStyle/><a:p><a:pPr indent="0" lvl="0" marL="0" rtl="0" algn="l"><a:spcBef><a:spcPts val="0"/></a:spcBef><a:spcAft><a:spcPts val="0"/></a:spcAft><a:buClr><a:schemeClr val="dk1"/></a:buClr><a:buSzPts val="1100"/><a:buFont typeface="Arial"/><a:buNone/></a:pPr><a:r><a:rPr lang="en-US" sz="2000"><a:solidFill><a:schemeClr val="dk2"/><a:t>{{Slide 5 Target Regions}}                                                                                                                                                                              </a:t></a:r><a:endParaRPr><a:solidFill><a:schemeClr val="dk2"/></a:solidFill></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r><a:tr h="721750"><a:tc><a:txBody><a:bodyPr/><a:lstStyle/><a:p><a:pPr indent="0" lvl="0" marL="0" rtl="0" algn="l"><a:lnSpc><a:spcPct val="115000"/></a:lnSpc><a:spcBef><a:spcPts val="0"/></a:spcBef><a:spcAft><a:spcPts val="0"/></a:spcAft><a:buNone/></a:pPr><a:r><a:rPr b="1" lang="en-US" sz="2000"><a:solidFill><a:srgbClr val="002C5C"/></a:solidFill><a:latin typeface="Poppins"/><a:ea typeface="Poppins"/><a:cs typeface="Poppins"/><a:sym typeface="Poppins"/></a:rPr><a:t>Pain Points</a:t></a:r><a:endParaRPr b="1" sz="2000"><a:solidFill><a:srgbClr val="002C5C"/></a:solidFill><a:latin typeface="Poppins"/><a:ea typeface="Poppins"/><a:cs typeface="Poppins"/><a:sym typeface="Poppins"/></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c><a:txBody><a:bodyPr/><a:lstStyle/><a:p><a:pPr indent="0" lvl="0" marL="0" rtl="0" algn="l"><a:spcBef><a:spcPts val="0"/></a:spcBef><a:spcAft><a:spcPts val="0"/></a:spcAft><a:buClr><a:schemeClr val="dk1"/></a:buClr><a:buSzPts val="1100"/><a:buFont typeface="Arial"/><a:buNone/></a:pPr><a:r><a:rPr lang="en-US" sz="2000"><a:solidFill><a:schemeClr val="dk2"/><a:t>{{Slide 5 Pain Points}}                                                                                                                                                                                 </a:t></a:r><a:endParaRPr><a:solidFill><a:schemeClr val="dk2"/></a:solidFill></a:endParaRPr></a:p></a:txBody><a:tcPr marT="19050" marB="19050" marR="28575" marL="28575" anchor="ctr"><a:lnL cap="flat" cmpd="sng" w="9525"><a:solidFill><a:srgbClr val="002C5C"/></a:solidFill><a:prstDash val="solid"/><a:round/><a:headEnd len="sm" w="sm" type="none"/><a:tailEnd len="sm" w="sm" type="none"/></a:lnL><a:lnR cap="flat" cmpd="sng" w="9525"><a:solidFill><a:srgbClr val="002C5C"/></a:solidFill><a:prstDash val="solid"/><a:round/><a:headEnd len="sm" w="sm" type="none"/><a:tailEnd len="sm" w="sm" type="none"/></a:lnR><a:lnT cap="flat" cmpd="sng" w="9525"><a:solidFill><a:srgbClr val="002C5C"/></a:solidFill><a:prstDash val="solid"/><a:round/><a:headEnd len="sm" w="sm" type="none"/><a:tailEnd len="sm" w="sm" type="none"/></a:lnT><a:lnB cap="flat" cmpd="sng" w="9525"><a:solidFill><a:srgbClr val="002C5C"/></a:solidFill><a:prstDash val="solid"/><a:round/><a:headEnd len="sm" w="sm" type="none"/><a:tailEnd len="sm" w="sm" type="none"/></a:lnB></a:tcPr></a:tc></a:tr></a:tbl></a:graphicData></a:graphic></p:graphicFrame><p:sp><p:nvSpPr><p:cNvPr id="281" name="Google Shape;281;p18"/><p:cNvSpPr txBox="1"/><p:nvPr/></p:nvSpPr><p:spPr><a:xfrm><a:off x="17545050" y="9496425"/><a:ext cx="152400" cy="215400"/></a:xfrm><a:prstGeom prst="rect"><a:avLst/></a:prstGeom><a:noFill/><a:ln><a:noFill/></a:ln></p:spPr><p:txBody><a:bodyPr anchorCtr="0" anchor="t" bIns="0" lIns="0" spcFirstLastPara="1" rIns="0" wrap="square" tIns="0"><a:spAutoFit/></a:bodyPr><a:lstStyle/><a:p><a:pPr indent="0" lvl="0" marL="0" marR="0" rtl="0" algn="r"><a:lnSpc><a:spcPct val="140000"/></a:lnSpc><a:spcBef><a:spcPts val="0"/></a:spcBef><a:spcAft><a:spcPts val="0"/></a:spcAft><a:buNone/></a:pPr><a:r><a:t></a:t></a:r><a:endParaRPr/></a:p></p:txBody></p:sp><p:cxnSp><p:nvCxnSpPr><p:cNvPr id="282" name="Google Shape;282;p18"/><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283" name="Google Shape;283;p18"/><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284" name="Google Shape;284;p18"/><p:cNvPicPr preferRelativeResize="0"/><p:nvPr/></p:nvPicPr><p:blipFill rotWithShape="1"><a:blip r:embed="rId4"><a:alphaModFix/></a:blip><a:srcRect b="0" l="0" r="0" t="0"/><a:stretch/></p:blipFill><p:spPr><a:xfrm><a:off x="15249232" y="9523939"/><a:ext cx="2496875" cy="469534"/></a:xfrm><a:prstGeom prst="rect"><a:avLst/></a:prstGeom><a:noFill/><a:ln><a:noFill/></a:ln></p:spPr></p:pic></p:spTree></p:cSld><p:clrMapOvr><a:masterClrMapping/></p:clrMapOvr></p:sld>
</file>

<file path=ppt/slides/slide6.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288" name="Shape 288"/><p:cNvGrpSpPr/><p:nvPr/></p:nvGrpSpPr><p:grpSpPr><a:xfrm><a:off x="0" y="0"/><a:ext cx="0" cy="0"/><a:chOff x="0" y="0"/><a:chExt cx="0" cy="0"/></a:xfrm></p:grpSpPr><p:cxnSp><p:nvCxnSpPr><p:cNvPr id="289" name="Google Shape;289;p19"/><p:cNvCxnSpPr/><p:nvPr/></p:nvCxnSpPr><p:spPr><a:xfrm><a:off x="748621" y="4115168"/><a:ext cx="9995100" cy="0"/></a:xfrm><a:prstGeom prst="straightConnector1"><a:avLst/></a:prstGeom><a:noFill/><a:ln cap="rnd" cmpd="sng" w="9525"><a:solidFill><a:srgbClr val="002C5C"/></a:solidFill><a:prstDash val="solid"/><a:round/><a:headEnd len="sm" w="sm" type="none"/><a:tailEnd len="sm" w="sm" type="none"/></a:ln></p:spPr></p:cxnSp><p:sp><p:nvSpPr><p:cNvPr id="290" name="Google Shape;290;p19"/><p:cNvSpPr txBox="1"/><p:nvPr/></p:nvSpPr><p:spPr><a:xfrm><a:off x="840577" y="931600"/><a:ext cx="10440600" cy="1308300"/></a:xfrm><a:prstGeom prst="rect"><a:avLst/></a:prstGeom><a:noFill/><a:ln><a:noFill/></a:ln></p:spPr><p:txBody><a:bodyPr anchorCtr="0" anchor="t" bIns="0" lIns="0" spcFirstLastPara="1" rIns="0" wrap="square" tIns="0"><a:spAutoFit/></a:bodyPr><a:lstStyle/><a:p><a:pPr indent="0" lvl="0" marL="0" marR="0" rtl="0" algn="l"><a:lnSpc><a:spcPct val="84998"/></a:lnSpc><a:spcBef><a:spcPts val="0"/></a:spcBef><a:spcAft><a:spcPts val="0"/></a:spcAft><a:buNone/></a:pPr><a:r><a:rPr i="0" lang="en-US" sz="9999" u="none" cap="none" strike="noStrike"><a:solidFill><a:srgbClr val="002C5C"/></a:solidFill><a:latin typeface="Anton"/><a:ea typeface="Anton"/><a:cs typeface="Anton"/><a:sym typeface="Anton"/></a:rPr><a:t>DISPLAY</a:t></a:r><a:r><a:rPr i="0" lang="en-US" sz="9999" u="none" cap="none" strike="noStrike"><a:solidFill><a:schemeClr val="lt1"/></a:solidFill><a:latin typeface="Anton"/><a:ea typeface="Anton"/><a:cs typeface="Anton"/><a:sym typeface="Anton"/></a:rPr><a:t> </a:t></a:r><a:r><a:rPr i="0" lang="en-US" sz="9999" u="none" cap="none" strike="noStrike"><a:solidFill><a:srgbClr val="888888"/></a:solidFill><a:latin typeface="Anton"/><a:ea typeface="Anton"/><a:cs typeface="Anton"/><a:sym typeface="Anton"/></a:rPr><a:t>ADVERTISING</a:t></a:r><a:endParaRPr><a:solidFill><a:srgbClr val="888888"/></a:solidFill><a:latin typeface="Anton"/><a:ea typeface="Anton"/><a:cs typeface="Anton"/><a:sym typeface="Anton"/></a:endParaRPr></a:p></p:txBody></p:sp><p:sp><p:nvSpPr><p:cNvPr id="291" name="Google Shape;291;p19"/><p:cNvSpPr txBox="1"/><p:nvPr/></p:nvSpPr><p:spPr><a:xfrm><a:off x="790575" y="2578474"/><a:ext cx="10632000" cy="1369800"/></a:xfrm><a:prstGeom prst="rect"><a:avLst/></a:prstGeom><a:noFill/><a:ln><a:noFill/></a:ln></p:spPr><p:txBody><a:bodyPr anchorCtr="0" anchor="t" bIns="0" lIns="0" spcFirstLastPara="1" rIns="0" wrap="square" tIns="0"><a:spAutoFit/></a:bodyPr><a:lstStyle/><a:p><a:pPr indent="0" lvl="0" marL="0" marR="0" rtl="0" algn="l"><a:lnSpc><a:spcPct val="115000"/></a:lnSpc><a:spcBef><a:spcPts val="0"/></a:spcBef><a:spcAft><a:spcPts val="0"/></a:spcAft><a:buNone/></a:pPr><a:r><a:rPr b="0" i="0" lang="en-US" sz="2000" u="none" cap="none" strike="noStrike"><a:solidFill><a:srgbClr val="002C5C"/></a:solidFill><a:latin typeface="Poppins"/><a:ea typeface="Poppins"/><a:cs typeface="Poppins"/><a:sym typeface="Poppins"/></a:rPr><a:t>Display ads put your brand front and center with high-impact visuals that grab attention. Designed for reach and visibility, they drive traffic, build awareness, and deliver measurable results. Flexible formats and precise targeting ensure your message is seen, remembered, and acted on.</a:t></a:r><a:endParaRPr b="0" i="0" sz="2000" u="none" cap="none" strike="noStrike"><a:solidFill><a:srgbClr val="002C5C"/></a:solidFill><a:latin typeface="Poppins"/><a:ea typeface="Poppins"/><a:cs typeface="Poppins"/><a:sym typeface="Poppins"/></a:endParaRPr></a:p></p:txBody></p:sp><p:sp><p:nvSpPr><p:cNvPr id="292" name="Google Shape;292;p19"/><p:cNvSpPr txBox="1"/><p:nvPr/></p:nvSpPr><p:spPr><a:xfrm><a:off x="14420602" y="2032025"/><a:ext cx="3325500" cy="2462700"/></a:xfrm><a:prstGeom prst="rect"><a:avLst/></a:prstGeom><a:noFill/><a:ln><a:noFill/></a:ln></p:spPr><p:txBody><a:bodyPr anchorCtr="0" anchor="t" bIns="0" lIns="0" spcFirstLastPara="1" rIns="0" wrap="square" tIns="0"><a:spAutoFit/></a:bodyPr><a:lstStyle/><a:p><a:pPr indent="0" lvl="0" marL="0" marR="0" rtl="0" algn="l"><a:lnSpc><a:spcPct val="100000"/></a:lnSpc><a:spcBef><a:spcPts val="0"/></a:spcBef><a:spcAft><a:spcPts val="0"/></a:spcAft><a:buNone/></a:pPr><a:r><a:rPr lang="en-US" sz="2000"><a:solidFill><a:srgbClr val="002C5C"/></a:solidFill><a:latin typeface="Poppins"/><a:ea typeface="Poppins"/><a:cs typeface="Poppins"/><a:sym typeface="Poppins"/></a:rPr><a:t>Best for: </a:t></a:r><a:r><a:rPr i="0" lang="en-US" sz="2000" u="none" cap="none" strike="noStrike"><a:solidFill><a:srgbClr val="002C5C"/></a:solidFill><a:latin typeface="Poppins"/><a:ea typeface="Poppins"/><a:cs typeface="Poppins"/><a:sym typeface="Poppins"/></a:rPr><a:t>Boost brand visibility / recognition / Awareness</a:t></a:r><a:endParaRPr i="0" sz="2000" u="none" cap="none" strike="noStrike"><a:solidFill><a:srgbClr val="002C5C"/></a:solidFill><a:latin typeface="Poppins"/><a:ea typeface="Poppins"/><a:cs typeface="Poppins"/><a:sym typeface="Poppins"/></a:endParaRPr></a:p><a:p><a:pPr indent="0" lvl="0" marL="0" marR="0" rtl="0" algn="l"><a:lnSpc><a:spcPct val="100000"/></a:lnSpc><a:spcBef><a:spcPts val="0"/></a:spcBef><a:spcAft><a:spcPts val="0"/></a:spcAft><a:buNone/></a:pPr><a:r><a:t></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rPr lang="en-US" sz="2000"><a:solidFill><a:srgbClr val="002C5C"/></a:solidFill><a:latin typeface="Poppins"/><a:ea typeface="Poppins"/><a:cs typeface="Poppins"/><a:sym typeface="Poppins"/></a:rPr><a:t>Drives measurable results</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t></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rPr lang="en-US" sz="2000"><a:solidFill><a:srgbClr val="002C5C"/></a:solidFill><a:latin typeface="Poppins"/><a:ea typeface="Poppins"/><a:cs typeface="Poppins"/><a:sym typeface="Poppins"/></a:rPr><a:t>Supports </a:t></a:r><a:r><a:rPr lang="en-US" sz="2000"><a:solidFill><a:srgbClr val="002C5C"/></a:solidFill><a:latin typeface="Poppins"/><a:ea typeface="Poppins"/><a:cs typeface="Poppins"/><a:sym typeface="Poppins"/></a:rPr><a:t>in depth</a:t></a:r><a:r><a:rPr lang="en-US" sz="2000"><a:solidFill><a:srgbClr val="002C5C"/></a:solidFill><a:latin typeface="Poppins"/><a:ea typeface="Poppins"/><a:cs typeface="Poppins"/><a:sym typeface="Poppins"/></a:rPr><a:t> targeting</a:t></a:r><a:endParaRPr sz="2000"><a:solidFill><a:srgbClr val="002C5C"/></a:solidFill><a:latin typeface="Poppins"/><a:ea typeface="Poppins"/><a:cs typeface="Poppins"/><a:sym typeface="Poppins"/></a:endParaRPr></a:p></p:txBody></p:sp><p:sp><p:nvSpPr><p:cNvPr id="293" name="Google Shape;293;p19"/><p:cNvSpPr txBox="1"/><p:nvPr/></p:nvSpPr><p:spPr><a:xfrm><a:off x="832538" y="4474662"/><a:ext cx="10632000" cy="3555600"/></a:xfrm><a:prstGeom prst="rect"><a:avLst/></a:prstGeom><a:noFill/><a:ln><a:noFill/></a:ln></p:spPr><p:txBody><a:bodyPr anchorCtr="0" anchor="t" bIns="0" lIns="0" spcFirstLastPara="1" rIns="0" wrap="square" tIns="0"><a:spAutoFit/></a:bodyPr><a:lstStyle/><a:p><a:pPr indent="0" lvl="0" marL="0" rtl="0" algn="l"><a:lnSpc><a:spcPct val="115000"/></a:lnSpc><a:spcBef><a:spcPts val="1200"/></a:spcBef><a:spcAft><a:spcPts val="0"/></a:spcAft><a:buClr><a:schemeClr val="dk1"/></a:buClr><a:buSzPts val="1100"/><a:buFont typeface="Arial"/><a:buNone/></a:pPr><a:r><a:rPr b="1" lang="en-US" sz="2000"><a:solidFill><a:srgbClr val="002C5C"/><a:t>Placement: {{Slide 6 Display Site Placement}}                                                                                                                                                                      </a:t></a:r><a:endParaRPr sz="2000"><a:solidFill><a:srgbClr val="002C5C"/></a:solidFill><a:latin typeface="Poppins"/><a:ea typeface="Poppins"/><a:cs typeface="Poppins"/><a:sym typeface="Poppins"/></a:endParaRPr></a:p><a:p><a:pPr indent="0" lvl="0" marL="0" rtl="0" algn="l"><a:lnSpc><a:spcPct val="115000"/></a:lnSpc><a:spcBef><a:spcPts val="1200"/></a:spcBef><a:spcAft><a:spcPts val="0"/></a:spcAft><a:buClr><a:schemeClr val="dk1"/></a:buClr><a:buSzPts val="1100"/><a:buFont typeface="Arial"/><a:buNone/></a:pPr><a:r><a:rPr b="1" lang="en-US" sz="2000"><a:solidFill><a:srgbClr val="002C5C"/><a:t>Format: {{Slide 6 Targeting Format}}                                                                                                                                                                            </a:t></a:r><a:endParaRPr sz="2000"><a:solidFill><a:srgbClr val="002C5C"/></a:solidFill><a:latin typeface="Poppins"/><a:ea typeface="Poppins"/><a:cs typeface="Poppins"/><a:sym typeface="Poppins"/></a:endParaRPr></a:p><a:p><a:pPr indent="0" lvl="0" marL="0" rtl="0" algn="l"><a:lnSpc><a:spcPct val="115000"/></a:lnSpc><a:spcBef><a:spcPts val="1200"/></a:spcBef><a:spcAft><a:spcPts val="0"/></a:spcAft><a:buClr><a:schemeClr val="dk1"/></a:buClr><a:buSzPts val="1100"/><a:buFont typeface="Arial"/><a:buNone/></a:pPr><a:r><a:rPr b="1" lang="en-US" sz="2000"><a:solidFill><a:srgbClr val="002C5C"/></a:solidFill><a:latin typeface="Poppins"/><a:ea typeface="Poppins"/><a:cs typeface="Poppins"/><a:sym typeface="Poppins"/></a:rPr><a:t>Goal: </a:t></a:r><a:r><a:rPr lang="en-US" sz="2000"><a:solidFill><a:srgbClr val="002C5C"/></a:solidFill><a:latin typeface="Poppins"/><a:ea typeface="Poppins"/><a:cs typeface="Poppins"/><a:sym typeface="Poppins"/></a:rPr><a:t>To drive high-visibility brand awareness and consideration by reinforcing key campaign messaging, while directing audiences to engage with featured content and learn more.</a:t></a:r><a:endParaRPr sz="2000"><a:solidFill><a:srgbClr val="002C5C"/></a:solidFill><a:latin typeface="Poppins"/><a:ea typeface="Poppins"/><a:cs typeface="Poppins"/><a:sym typeface="Poppins"/></a:endParaRPr></a:p><a:p><a:pPr indent="0" lvl="0" marL="0" rtl="0" algn="l"><a:lnSpc><a:spcPct val="115000"/></a:lnSpc><a:spcBef><a:spcPts val="1200"/></a:spcBef><a:spcAft><a:spcPts val="0"/></a:spcAft><a:buClr><a:schemeClr val="dk1"/></a:buClr><a:buSzPts val="1100"/><a:buFont typeface="Arial"/><a:buNone/></a:pPr><a:r><a:rPr b="1" lang="en-US" sz="2000"><a:solidFill><a:srgbClr val="002C5C"/></a:solidFill><a:latin typeface="Poppins"/><a:ea typeface="Poppins"/><a:cs typeface="Poppins"/><a:sym typeface="Poppins"/></a:rPr><a:t>Marketing Funnel Objective: </a:t></a:r><a:r><a:rPr lang="en-US" sz="2000"><a:solidFill><a:srgbClr val="002C5C"/></a:solidFill><a:latin typeface="Poppins"/><a:ea typeface="Poppins"/><a:cs typeface="Poppins"/><a:sym typeface="Poppins"/></a:rPr><a:t>Awareness</a:t></a:r><a:endParaRPr sz="2000"><a:solidFill><a:srgbClr val="002C5C"/></a:solidFill><a:latin typeface="Poppins"/><a:ea typeface="Poppins"/><a:cs typeface="Poppins"/><a:sym typeface="Poppins"/></a:endParaRPr></a:p><a:p><a:pPr indent="0" lvl="0" marL="0" rtl="0" algn="l"><a:lnSpc><a:spcPct val="115000"/></a:lnSpc><a:spcBef><a:spcPts val="1200"/></a:spcBef><a:spcAft><a:spcPts val="0"/></a:spcAft><a:buClr><a:schemeClr val="dk1"/></a:buClr><a:buSzPts val="1100"/><a:buFont typeface="Arial"/><a:buNone/></a:pPr><a:r><a:rPr b="1" lang="en-US" sz="2000"><a:solidFill><a:srgbClr val="002C5C"/></a:solidFill><a:latin typeface="Poppins"/><a:ea typeface="Poppins"/><a:cs typeface="Poppins"/><a:sym typeface="Poppins"/></a:rPr><a:t>Metrics: </a:t></a:r><a:r><a:rPr lang="en-US" sz="2000"><a:solidFill><a:srgbClr val="002C5C"/></a:solidFill><a:latin typeface="Poppins"/><a:ea typeface="Poppins"/><a:cs typeface="Poppins"/><a:sym typeface="Poppins"/></a:rPr><a:t>Reach, Impressions</a:t></a:r><a:endParaRPr sz="2000"><a:solidFill><a:srgbClr val="002C5C"/></a:solidFill><a:latin typeface="Poppins"/><a:ea typeface="Poppins"/><a:cs typeface="Poppins"/><a:sym typeface="Poppins"/></a:endParaRPr></a:p><a:p><a:pPr indent="0" lvl="0" marL="0" marR="0" rtl="0" algn="l"><a:lnSpc><a:spcPct val="115000"/></a:lnSpc><a:spcBef><a:spcPts val="1200"/></a:spcBef><a:spcAft><a:spcPts val="0"/></a:spcAft><a:buNone/></a:pPr><a:r><a:t></a:t></a:r><a:endParaRPr b="1" sz="2000"><a:solidFill><a:srgbClr val="002C5C"/></a:solidFill><a:latin typeface="Poppins"/><a:ea typeface="Poppins"/><a:cs typeface="Poppins"/><a:sym typeface="Poppins"/></a:endParaRPr></a:p></p:txBody></p:sp><p:cxnSp><p:nvCxnSpPr><p:cNvPr id="294" name="Google Shape;294;p19"/><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295" name="Google Shape;295;p19"/><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296" name="Google Shape;296;p19"/><p:cNvPicPr preferRelativeResize="0"/><p:nvPr/></p:nvPicPr><p:blipFill rotWithShape="1"><a:blip r:embed="rId4"><a:alphaModFix/></a:blip><a:srcRect b="0" l="0" r="0" t="0"/><a:stretch/></p:blipFill><p:spPr><a:xfrm><a:off x="15249232" y="9523939"/><a:ext cx="2496875" cy="469534"/></a:xfrm><a:prstGeom prst="rect"><a:avLst/></a:prstGeom><a:noFill/><a:ln><a:noFill/></a:ln></p:spPr></p:pic><p:cxnSp><p:nvCxnSpPr><p:cNvPr id="297" name="Google Shape;297;p19"/><p:cNvCxnSpPr/><p:nvPr/></p:nvCxnSpPr><p:spPr><a:xfrm><a:off x="13780250" y="2719825"/><a:ext cx="0" cy="1407600"/></a:xfrm><a:prstGeom prst="straightConnector1"><a:avLst/></a:prstGeom><a:noFill/><a:ln cap="flat" cmpd="sng" w="47400"><a:solidFill><a:srgbClr val="002C5C"/></a:solidFill><a:prstDash val="solid"/><a:round/><a:headEnd len="sm" w="sm" type="none"/><a:tailEnd len="sm" w="sm" type="none"/></a:ln></p:spPr></p:cxnSp><p:sp><p:nvSpPr><p:cNvPr id="298" name="Google Shape;298;p19"/><p:cNvSpPr/><p:nvPr/></p:nvSpPr><p:spPr><a:xfrm><a:off x="13651400" y="2537625"/><a:ext cx="256032" cy="215392"/></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85325" lIns="85325" spcFirstLastPara="1" rIns="85325" wrap="square" tIns="85325"><a:noAutofit/></a:bodyPr><a:lstStyle/><a:p><a:pPr indent="0" lvl="0" marL="0" rtl="0" algn="l"><a:spcBef><a:spcPts val="0"/></a:spcBef><a:spcAft><a:spcPts val="0"/></a:spcAft><a:buNone/></a:pPr><a:r><a:t></a:t></a:r><a:endParaRPr/></a:p></p:txBody></p:sp><p:pic><p:nvPicPr><p:cNvPr id="299" name="Google Shape;299;p19"/><p:cNvPicPr preferRelativeResize="0"/><p:nvPr/></p:nvPicPr><p:blipFill><a:blip r:embed="rId5"><a:alphaModFix/></a:blip><a:stretch><a:fillRect/></a:stretch></p:blipFill><p:spPr><a:xfrm><a:off x="14125371" y="5173988"/><a:ext cx="3915966" cy="3670690"/></a:xfrm><a:prstGeom prst="rect"><a:avLst/></a:prstGeom><a:noFill/><a:ln><a:noFill/></a:ln></p:spPr></p:pic><p:sp><p:nvSpPr><p:cNvPr id="300" name="Google Shape;300;p19"/><p:cNvSpPr/><p:nvPr/></p:nvSpPr><p:spPr><a:xfrm><a:off x="13651400" y="3321300"/><a:ext cx="256032" cy="215392"/></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85325" lIns="85325" spcFirstLastPara="1" rIns="85325" wrap="square" tIns="85325"><a:noAutofit/></a:bodyPr><a:lstStyle/><a:p><a:pPr indent="0" lvl="0" marL="0" rtl="0" algn="l"><a:spcBef><a:spcPts val="0"/></a:spcBef><a:spcAft><a:spcPts val="0"/></a:spcAft><a:buNone/></a:pPr><a:r><a:t></a:t></a:r><a:endParaRPr/></a:p></p:txBody></p:sp><p:sp><p:nvSpPr><p:cNvPr id="301" name="Google Shape;301;p19"/><p:cNvSpPr/><p:nvPr/></p:nvSpPr><p:spPr><a:xfrm><a:off x="13652238" y="3948275"/><a:ext cx="256032" cy="215392"/></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85325" lIns="85325" spcFirstLastPara="1" rIns="85325" wrap="square" tIns="85325"><a:noAutofit/></a:bodyPr><a:lstStyle/><a:p><a:pPr indent="0" lvl="0" marL="0" rtl="0" algn="l"><a:spcBef><a:spcPts val="0"/></a:spcBef><a:spcAft><a:spcPts val="0"/></a:spcAft><a:buNone/></a:pPr><a:r><a:t></a:t></a:r><a:endParaRPr/></a:p></p:txBody></p:sp><p:pic><p:nvPicPr><p:cNvPr id="302" name="Google Shape;302;p19"/><p:cNvPicPr preferRelativeResize="0"/><p:nvPr/></p:nvPicPr><p:blipFill><a:blip r:embed="rId6"><a:alphaModFix/></a:blip><a:stretch><a:fillRect/></a:stretch></p:blipFill><p:spPr><a:xfrm><a:off x="13284619" y="6944646"/><a:ext cx="1135975" cy="2050650"/></a:xfrm><a:prstGeom prst="rect"><a:avLst/></a:prstGeom><a:noFill/><a:ln><a:noFill/></a:ln></p:spPr></p:pic></p:spTree></p:cSld><p:clrMapOvr><a:masterClrMapping/></p:clrMapOvr></p:sld>
</file>

<file path=ppt/slides/slide7.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306" name="Shape 306"/><p:cNvGrpSpPr/><p:nvPr/></p:nvGrpSpPr><p:grpSpPr><a:xfrm><a:off x="0" y="0"/><a:ext cx="0" cy="0"/><a:chOff x="0" y="0"/><a:chExt cx="0" cy="0"/></a:xfrm></p:grpSpPr><p:sp><p:nvSpPr><p:cNvPr id="307" name="Google Shape;307;p20"/><p:cNvSpPr txBox="1"/><p:nvPr/></p:nvSpPr><p:spPr><a:xfrm><a:off x="840573" y="931600"/><a:ext cx="12176700" cy="1308300"/></a:xfrm><a:prstGeom prst="rect"><a:avLst/></a:prstGeom><a:noFill/><a:ln><a:noFill/></a:ln></p:spPr><p:txBody><a:bodyPr anchorCtr="0" anchor="t" bIns="0" lIns="0" spcFirstLastPara="1" rIns="0" wrap="square" tIns="0"><a:spAutoFit/></a:bodyPr><a:lstStyle/><a:p><a:pPr indent="0" lvl="0" marL="0" marR="0" rtl="0" algn="l"><a:lnSpc><a:spcPct val="84998"/></a:lnSpc><a:spcBef><a:spcPts val="0"/></a:spcBef><a:spcAft><a:spcPts val="0"/></a:spcAft><a:buNone/></a:pPr><a:r><a:rPr i="0" lang="en-US" sz="9999" u="none" cap="none" strike="noStrike"><a:solidFill><a:srgbClr val="002C5C"/></a:solidFill><a:latin typeface="Anton"/><a:ea typeface="Anton"/><a:cs typeface="Anton"/><a:sym typeface="Anton"/></a:rPr><a:t>CONTENT</a:t></a:r><a:r><a:rPr i="0" lang="en-US" sz="9999" u="none" cap="none" strike="noStrike"><a:solidFill><a:schemeClr val="lt1"/></a:solidFill><a:latin typeface="Anton"/><a:ea typeface="Anton"/><a:cs typeface="Anton"/><a:sym typeface="Anton"/></a:rPr><a:t> </a:t></a:r><a:r><a:rPr i="0" lang="en-US" sz="9999" u="none" cap="none" strike="noStrike"><a:solidFill><a:srgbClr val="888888"/></a:solidFill><a:latin typeface="Anton"/><a:ea typeface="Anton"/><a:cs typeface="Anton"/><a:sym typeface="Anton"/></a:rPr><a:t>MARKETING</a:t></a:r><a:endParaRPr><a:solidFill><a:srgbClr val="888888"/></a:solidFill><a:latin typeface="Anton"/><a:ea typeface="Anton"/><a:cs typeface="Anton"/><a:sym typeface="Anton"/></a:endParaRPr></a:p></p:txBody></p:sp><p:sp><p:nvSpPr><p:cNvPr id="308" name="Google Shape;308;p20"/><p:cNvSpPr txBox="1"/><p:nvPr/></p:nvSpPr><p:spPr><a:xfrm><a:off x="840575" y="2380825"/><a:ext cx="11007900" cy="1723800"/></a:xfrm><a:prstGeom prst="rect"><a:avLst/></a:prstGeom><a:noFill/><a:ln><a:noFill/></a:ln></p:spPr><p:txBody><a:bodyPr anchorCtr="0" anchor="t" bIns="0" lIns="0" spcFirstLastPara="1" rIns="0" wrap="square" tIns="0"><a:spAutoFit/></a:bodyPr><a:lstStyle/><a:p><a:pPr indent="0" lvl="0" marL="0" marR="0" rtl="0" algn="l"><a:lnSpc><a:spcPct val="115000"/></a:lnSpc><a:spcBef><a:spcPts val="0"/></a:spcBef><a:spcAft><a:spcPts val="0"/></a:spcAft><a:buNone/></a:pPr><a:r><a:rPr lang="en-US" sz="2000"><a:solidFill><a:srgbClr val="002C5C"/></a:solidFill><a:latin typeface="Poppins"/><a:ea typeface="Poppins"/><a:cs typeface="Poppins"/><a:sym typeface="Poppins"/></a:rPr><a:t>Content</a:t></a:r><a:r><a:rPr b="0" i="0" lang="en-US" sz="2000" u="none" cap="none" strike="noStrike"><a:solidFill><a:srgbClr val="002C5C"/></a:solidFill><a:latin typeface="Poppins"/><a:ea typeface="Poppins"/><a:cs typeface="Poppins"/><a:sym typeface="Poppins"/></a:rPr><a:t> connects with audiences naturally, blending your brand message into trusted editorial environments. By providing value through storytelling, education, or inspiration, they build credibility, drive awareness, and encourage action. Aligning with high-quality journalism captures attention, earns trust, and boosts engagement, recall, and conversions.</a:t></a:r><a:endParaRPr b="0" i="0" sz="2000" u="none" cap="none" strike="noStrike"><a:solidFill><a:srgbClr val="002C5C"/></a:solidFill><a:latin typeface="Poppins"/><a:ea typeface="Poppins"/><a:cs typeface="Poppins"/><a:sym typeface="Poppins"/></a:endParaRPr></a:p></p:txBody></p:sp><p:sp><p:nvSpPr><p:cNvPr id="309" name="Google Shape;309;p20"/><p:cNvSpPr txBox="1"/><p:nvPr/></p:nvSpPr><p:spPr><a:xfrm><a:off x="13739500" y="2116614"/><a:ext cx="3602700" cy="1440600"/></a:xfrm><a:prstGeom prst="rect"><a:avLst/></a:prstGeom><a:noFill/><a:ln><a:noFill/></a:ln></p:spPr><p:txBody><a:bodyPr anchorCtr="0" anchor="t" bIns="0" lIns="0" spcFirstLastPara="1" rIns="0" wrap="square" tIns="0"><a:spAutoFit/></a:bodyPr><a:lstStyle/><a:p><a:pPr indent="0" lvl="0" marL="0" marR="0" rtl="0" algn="l"><a:lnSpc><a:spcPct val="140000"/></a:lnSpc><a:spcBef><a:spcPts val="0"/></a:spcBef><a:spcAft><a:spcPts val="0"/></a:spcAft><a:buNone/></a:pPr><a:r><a:rPr b="0" i="0" lang="en-US" sz="1800" u="none" cap="none" strike="noStrike"><a:solidFill><a:srgbClr val="002C5C"/></a:solidFill><a:latin typeface="Poppins"/><a:ea typeface="Poppins"/><a:cs typeface="Poppins"/><a:sym typeface="Poppins"/></a:rPr><a:t>Brands that publish quality content on trusted news platforms see up to 67% more leads than those who don’t.</a:t></a:r><a:endParaRPr sz="1800"><a:solidFill><a:srgbClr val="002C5C"/></a:solidFill></a:endParaRPr></a:p></p:txBody></p:sp><p:sp><p:nvSpPr><p:cNvPr id="310" name="Google Shape;310;p20"/><p:cNvSpPr txBox="1"/><p:nvPr/></p:nvSpPr><p:spPr><a:xfrm><a:off x="13739500" y="4778979"/><a:ext cx="3757800" cy="1440600"/></a:xfrm><a:prstGeom prst="rect"><a:avLst/></a:prstGeom><a:noFill/><a:ln><a:noFill/></a:ln></p:spPr><p:txBody><a:bodyPr anchorCtr="0" anchor="t" bIns="0" lIns="0" spcFirstLastPara="1" rIns="0" wrap="square" tIns="0"><a:spAutoFit/></a:bodyPr><a:lstStyle/><a:p><a:pPr indent="0" lvl="0" marL="0" marR="0" rtl="0" algn="l"><a:lnSpc><a:spcPct val="140000"/></a:lnSpc><a:spcBef><a:spcPts val="0"/></a:spcBef><a:spcAft><a:spcPts val="0"/></a:spcAft><a:buNone/></a:pPr><a:r><a:rPr b="0" i="0" lang="en-US" sz="1800" u="none" cap="none" strike="noStrike"><a:solidFill><a:srgbClr val="002C5C"/></a:solidFill><a:latin typeface="Poppins"/><a:ea typeface="Poppins"/><a:cs typeface="Poppins"/><a:sym typeface="Poppins"/></a:rPr><a:t>Native articles on publisher sites drive 53% higher engagement compared to brand-owned channels.</a:t></a:r><a:endParaRPr sz="1800"><a:solidFill><a:srgbClr val="002C5C"/></a:solidFill></a:endParaRPr></a:p></p:txBody></p:sp><p:sp><p:nvSpPr><p:cNvPr id="311" name="Google Shape;311;p20"/><p:cNvSpPr txBox="1"/><p:nvPr/></p:nvSpPr><p:spPr><a:xfrm><a:off x="13778296" y="7579264"/><a:ext cx="3680400" cy="1440600"/></a:xfrm><a:prstGeom prst="rect"><a:avLst/></a:prstGeom><a:noFill/><a:ln><a:noFill/></a:ln></p:spPr><p:txBody><a:bodyPr anchorCtr="0" anchor="t" bIns="0" lIns="0" spcFirstLastPara="1" rIns="0" wrap="square" tIns="0"><a:spAutoFit/></a:bodyPr><a:lstStyle/><a:p><a:pPr indent="0" lvl="0" marL="0" marR="0" rtl="0" algn="l"><a:lnSpc><a:spcPct val="140000"/></a:lnSpc><a:spcBef><a:spcPts val="0"/></a:spcBef><a:spcAft><a:spcPts val="0"/></a:spcAft><a:buNone/></a:pPr><a:r><a:rPr b="0" i="0" lang="en-US" sz="1800" u="none" cap="none" strike="noStrike"><a:solidFill><a:srgbClr val="002C5C"/></a:solidFill><a:latin typeface="Poppins"/><a:ea typeface="Poppins"/><a:cs typeface="Poppins"/><a:sym typeface="Poppins"/></a:rPr><a:t>Partnered content on established media platforms builds 3× more brand trust than traditional display ads.</a:t></a:r><a:endParaRPr sz="1800"><a:solidFill><a:srgbClr val="002C5C"/></a:solidFill></a:endParaRPr></a:p></p:txBody></p:sp><p:sp><p:nvSpPr><p:cNvPr id="312" name="Google Shape;312;p20"/><p:cNvSpPr txBox="1"/><p:nvPr/></p:nvSpPr><p:spPr><a:xfrm><a:off x="867900" y="4465981"/><a:ext cx="11007900" cy="3694200"/></a:xfrm><a:prstGeom prst="rect"><a:avLst/></a:prstGeom><a:noFill/><a:ln><a:noFill/></a:ln></p:spPr><p:txBody><a:bodyPr anchorCtr="0" anchor="t" bIns="0" lIns="0" spcFirstLastPara="1" rIns="0" wrap="square" tIns="0"><a:spAutoFit/></a:bodyPr><a:lstStyle/><a:p><a:pPr indent="0" lvl="0" marL="0" marR="0" rtl="0" algn="l"><a:lnSpc><a:spcPct val="100000"/></a:lnSpc><a:spcBef><a:spcPts val="0"/></a:spcBef><a:spcAft><a:spcPts val="0"/></a:spcAft><a:buNone/></a:pPr><a:r><a:rPr b="1" i="0" lang="en-US" sz="2000" u="none" cap="none" strike="noStrike"><a:solidFill><a:srgbClr val="002C5C"/><a:t>Placement: {{Slide 7 Content Placement}}                                                                                                                                                                            </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t></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rPr b="1" lang="en-US" sz="2000"><a:solidFill><a:srgbClr val="002C5C"/><a:t>Format: {{Slide 7 Content Format}}                                                                                                                                                                              </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t></a:t></a:r><a:endParaRPr sz="2000"><a:solidFill><a:srgbClr val="002C5C"/></a:solidFill><a:latin typeface="Poppins"/><a:ea typeface="Poppins"/><a:cs typeface="Poppins"/><a:sym typeface="Poppins"/></a:endParaRPr></a:p><a:p><a:pPr indent="0" lvl="0" marL="0" rtl="0" algn="l"><a:lnSpc><a:spcPct val="100000"/></a:lnSpc><a:spcBef><a:spcPts val="1200"/></a:spcBef><a:spcAft><a:spcPts val="0"/></a:spcAft><a:buNone/></a:pPr><a:r><a:rPr b="1" i="0" lang="en-US" sz="2000" u="none" cap="none" strike="noStrike"><a:solidFill><a:srgbClr val="002C5C"/></a:solidFill><a:latin typeface="Poppins"/><a:ea typeface="Poppins"/><a:cs typeface="Poppins"/><a:sym typeface="Poppins"/></a:rPr><a:t>Goal</a:t></a:r><a:r><a:rPr b="0" i="0" lang="en-US" sz="2000" u="none" cap="none" strike="noStrike"><a:solidFill><a:srgbClr val="002C5C"/></a:solidFill><a:latin typeface="Poppins"/><a:ea typeface="Poppins"/><a:cs typeface="Poppins"/><a:sym typeface="Poppins"/></a:rPr><a:t>: </a:t></a:r><a:r><a:rPr lang="en-US" sz="2000"><a:solidFill><a:srgbClr val="002C5C"/></a:solidFill><a:latin typeface="Poppins"/><a:ea typeface="Poppins"/><a:cs typeface="Poppins"/><a:sym typeface="Poppins"/></a:rPr><a:t>To build awareness, drive audience engagement, and position the brand as a credible and authoritative voice within its industry, ultimately moving audiences from awareness to consideration.</a:t></a:r><a:endParaRPr sz="2000"><a:solidFill><a:srgbClr val="002C5C"/></a:solidFill><a:latin typeface="Poppins"/><a:ea typeface="Poppins"/><a:cs typeface="Poppins"/><a:sym typeface="Poppins"/></a:endParaRPr></a:p><a:p><a:pPr indent="0" lvl="0" marL="0" rtl="0" algn="l"><a:lnSpc><a:spcPct val="100000"/></a:lnSpc><a:spcBef><a:spcPts val="1200"/></a:spcBef><a:spcAft><a:spcPts val="0"/></a:spcAft><a:buNone/></a:pPr><a:r><a:rPr b="1" lang="en-US" sz="2000"><a:solidFill><a:srgbClr val="002C5C"/></a:solidFill><a:latin typeface="Poppins"/><a:ea typeface="Poppins"/><a:cs typeface="Poppins"/><a:sym typeface="Poppins"/></a:rPr><a:t>Marketing Funnel Objective: </a:t></a:r><a:r><a:rPr lang="en-US" sz="2000"><a:solidFill><a:srgbClr val="002C5C"/></a:solidFill><a:latin typeface="Poppins"/><a:ea typeface="Poppins"/><a:cs typeface="Poppins"/><a:sym typeface="Poppins"/></a:rPr><a:t>Awareness → Consideration</a:t></a:r><a:endParaRPr sz="2000"><a:solidFill><a:srgbClr val="002C5C"/></a:solidFill><a:latin typeface="Poppins"/><a:ea typeface="Poppins"/><a:cs typeface="Poppins"/><a:sym typeface="Poppins"/></a:endParaRPr></a:p><a:p><a:pPr indent="0" lvl="0" marL="0" rtl="0" algn="l"><a:lnSpc><a:spcPct val="100000"/></a:lnSpc><a:spcBef><a:spcPts val="0"/></a:spcBef><a:spcAft><a:spcPts val="0"/></a:spcAft><a:buNone/></a:pPr><a:r><a:t></a:t></a:r><a:endParaRPr sz="2000"><a:solidFill><a:srgbClr val="002C5C"/></a:solidFill><a:latin typeface="Poppins"/><a:ea typeface="Poppins"/><a:cs typeface="Poppins"/><a:sym typeface="Poppins"/></a:endParaRPr></a:p><a:p><a:pPr indent="0" lvl="0" marL="0" rtl="0" algn="l"><a:lnSpc><a:spcPct val="100000"/></a:lnSpc><a:spcBef><a:spcPts val="0"/></a:spcBef><a:spcAft><a:spcPts val="0"/></a:spcAft><a:buNone/></a:pPr><a:r><a:rPr b="1" lang="en-US" sz="2000"><a:solidFill><a:srgbClr val="002C5C"/></a:solidFill><a:latin typeface="Poppins"/><a:ea typeface="Poppins"/><a:cs typeface="Poppins"/><a:sym typeface="Poppins"/></a:rPr><a:t>Metric:</a:t></a:r><a:r><a:rPr lang="en-US" sz="2000"><a:solidFill><a:srgbClr val="002C5C"/></a:solidFill><a:latin typeface="Poppins"/><a:ea typeface="Poppins"/><a:cs typeface="Poppins"/><a:sym typeface="Poppins"/></a:rPr><a:t> Users, Pageviews</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t></a:t></a:r><a:endParaRPr b="0" i="0" sz="2000" u="none" cap="none" strike="noStrike"><a:solidFill><a:srgbClr val="002C5C"/></a:solidFill><a:latin typeface="Poppins"/><a:ea typeface="Poppins"/><a:cs typeface="Poppins"/><a:sym typeface="Poppins"/></a:endParaRPr></a:p></p:txBody></p:sp><p:cxnSp><p:nvCxnSpPr><p:cNvPr id="313" name="Google Shape;313;p20"/><p:cNvCxnSpPr/><p:nvPr/></p:nvCxnSpPr><p:spPr><a:xfrm><a:off x="832417" y="4269352"/><a:ext cx="9995100" cy="0"/></a:xfrm><a:prstGeom prst="straightConnector1"><a:avLst/></a:prstGeom><a:noFill/><a:ln cap="rnd" cmpd="sng" w="9525"><a:solidFill><a:srgbClr val="002C5C"/></a:solidFill><a:prstDash val="solid"/><a:round/><a:headEnd len="sm" w="sm" type="none"/><a:tailEnd len="sm" w="sm" type="none"/></a:ln></p:spPr></p:cxnSp><p:grpSp><p:nvGrpSpPr><p:cNvPr id="314" name="Google Shape;314;p20"/><p:cNvGrpSpPr/><p:nvPr/></p:nvGrpSpPr><p:grpSpPr><a:xfrm><a:off x="12505025" y="1990219"/><a:ext cx="577850" cy="6667425"/><a:chOff x="12308284" y="1990219"/><a:chExt cx="577850" cy="6667425"/></a:xfrm></p:grpSpPr><p:cxnSp><p:nvCxnSpPr><p:cNvPr id="315" name="Google Shape;315;p20"/><p:cNvCxnSpPr/><p:nvPr/></p:nvCxnSpPr><p:spPr><a:xfrm><a:off x="12606620" y="2247144"/><a:ext cx="0" cy="6140700"/></a:xfrm><a:prstGeom prst="straightConnector1"><a:avLst/></a:prstGeom><a:noFill/><a:ln cap="flat" cmpd="sng" w="50800"><a:solidFill><a:srgbClr val="002C5C"/></a:solidFill><a:prstDash val="solid"/><a:round/><a:headEnd len="sm" w="sm" type="none"/><a:tailEnd len="sm" w="sm" type="none"/></a:ln></p:spPr></p:cxnSp><p:sp><p:nvSpPr><p:cNvPr id="316" name="Google Shape;316;p20"/><p:cNvSpPr/><p:nvPr/></p:nvSpPr><p:spPr><a:xfrm><a:off x="12327334" y="1990219"/><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sp><p:nvSpPr><p:cNvPr id="317" name="Google Shape;317;p20"/><p:cNvSpPr/><p:nvPr/></p:nvSpPr><p:spPr><a:xfrm><a:off x="12308284" y="5038234"/><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888888"/></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sp><p:nvSpPr><p:cNvPr id="318" name="Google Shape;318;p20"/><p:cNvSpPr/><p:nvPr/></p:nvSpPr><p:spPr><a:xfrm><a:off x="12308547" y="8098844"/><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grpSp><p:cxnSp><p:nvCxnSpPr><p:cNvPr id="319" name="Google Shape;319;p20"/><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320" name="Google Shape;320;p20"/><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321" name="Google Shape;321;p20"/><p:cNvPicPr preferRelativeResize="0"/><p:nvPr/></p:nvPicPr><p:blipFill rotWithShape="1"><a:blip r:embed="rId4"><a:alphaModFix/></a:blip><a:srcRect b="0" l="0" r="0" t="0"/><a:stretch/></p:blipFill><p:spPr><a:xfrm><a:off x="15249232" y="9523939"/><a:ext cx="2496875" cy="469534"/></a:xfrm><a:prstGeom prst="rect"><a:avLst/></a:prstGeom><a:noFill/><a:ln><a:noFill/></a:ln></p:spPr></p:pic></p:spTree></p:cSld><p:clrMapOvr><a:masterClrMapping/></p:clrMapOvr></p:sld>
</file>

<file path=ppt/slides/slide8.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325" name="Shape 325"/><p:cNvGrpSpPr/><p:nvPr/></p:nvGrpSpPr><p:grpSpPr><a:xfrm><a:off x="0" y="0"/><a:ext cx="0" cy="0"/><a:chOff x="0" y="0"/><a:chExt cx="0" cy="0"/></a:xfrm></p:grpSpPr><p:sp><p:nvSpPr><p:cNvPr id="326" name="Google Shape;326;p21"/><p:cNvSpPr txBox="1"/><p:nvPr/></p:nvSpPr><p:spPr><a:xfrm><a:off x="840582" y="931601"/><a:ext cx="14094600" cy="1308300"/></a:xfrm><a:prstGeom prst="rect"><a:avLst/></a:prstGeom><a:noFill/><a:ln><a:noFill/></a:ln></p:spPr><p:txBody><a:bodyPr anchorCtr="0" anchor="t" bIns="0" lIns="0" spcFirstLastPara="1" rIns="0" wrap="square" tIns="0"><a:spAutoFit/></a:bodyPr><a:lstStyle/><a:p><a:pPr indent="0" lvl="0" marL="0" marR="0" rtl="0" algn="l"><a:lnSpc><a:spcPct val="84998"/></a:lnSpc><a:spcBef><a:spcPts val="0"/></a:spcBef><a:spcAft><a:spcPts val="0"/></a:spcAft><a:buNone/></a:pPr><a:r><a:rPr i="0" lang="en-US" sz="9999" u="none" cap="none" strike="noStrike"><a:solidFill><a:srgbClr val="002C5C"/></a:solidFill><a:latin typeface="Anton"/><a:ea typeface="Anton"/><a:cs typeface="Anton"/><a:sym typeface="Anton"/></a:rPr><a:t>SOCIAL</a:t></a:r><a:r><a:rPr i="0" lang="en-US" sz="9999" u="none" cap="none" strike="noStrike"><a:solidFill><a:schemeClr val="lt1"/></a:solidFill><a:latin typeface="Anton"/><a:ea typeface="Anton"/><a:cs typeface="Anton"/><a:sym typeface="Anton"/></a:rPr><a:t> </a:t></a:r><a:r><a:rPr i="0" lang="en-US" sz="9999" u="none" cap="none" strike="noStrike"><a:solidFill><a:srgbClr val="888888"/></a:solidFill><a:latin typeface="Anton"/><a:ea typeface="Anton"/><a:cs typeface="Anton"/><a:sym typeface="Anton"/></a:rPr><a:t>MEDIA </a:t></a:r><a:endParaRPr><a:solidFill><a:srgbClr val="888888"/></a:solidFill><a:latin typeface="Anton"/><a:ea typeface="Anton"/><a:cs typeface="Anton"/><a:sym typeface="Anton"/></a:endParaRPr></a:p></p:txBody></p:sp><p:sp><p:nvSpPr><p:cNvPr id="327" name="Google Shape;327;p21"/><p:cNvSpPr txBox="1"/><p:nvPr/></p:nvSpPr><p:spPr><a:xfrm><a:off x="790575" y="2536544"/><a:ext cx="11310000" cy="1723800"/></a:xfrm><a:prstGeom prst="rect"><a:avLst/></a:prstGeom><a:noFill/><a:ln><a:noFill/></a:ln></p:spPr><p:txBody><a:bodyPr anchorCtr="0" anchor="t" bIns="0" lIns="0" spcFirstLastPara="1" rIns="0" wrap="square" tIns="0"><a:spAutoFit/></a:bodyPr><a:lstStyle/><a:p><a:pPr indent="0" lvl="0" marL="0" marR="0" rtl="0" algn="l"><a:lnSpc><a:spcPct val="115000"/></a:lnSpc><a:spcBef><a:spcPts val="0"/></a:spcBef><a:spcAft><a:spcPts val="0"/></a:spcAft><a:buNone/></a:pPr><a:r><a:rPr b="0" i="0" lang="en-US" sz="2000" u="none" cap="none" strike="noStrike"><a:solidFill><a:srgbClr val="002C5C"/></a:solidFill><a:latin typeface="Poppins"/><a:ea typeface="Poppins"/><a:cs typeface="Poppins"/><a:sym typeface="Poppins"/></a:rPr><a:t>Sharing your brand via our social channels gives instant access to an engaged, trusting community. Positioned as organic content rather than a competing ad, your message drives authentic engagement, stronger brand association, and higher credibility. Leverage our reach to connect with an active, receptive audience for maximum visibility and influence.</a:t></a:r><a:endParaRPr b="0" i="0" sz="2000" u="none" cap="none" strike="noStrike"><a:solidFill><a:srgbClr val="002C5C"/></a:solidFill><a:latin typeface="Poppins"/><a:ea typeface="Poppins"/><a:cs typeface="Poppins"/><a:sym typeface="Poppins"/></a:endParaRPr></a:p></p:txBody></p:sp><p:sp><p:nvSpPr><p:cNvPr id="328" name="Google Shape;328;p21"/><p:cNvSpPr txBox="1"/><p:nvPr/></p:nvSpPr><p:spPr><a:xfrm><a:off x="13489158" y="2070821"/><a:ext cx="3779700" cy="825000"/></a:xfrm><a:prstGeom prst="rect"><a:avLst/></a:prstGeom><a:noFill/><a:ln><a:noFill/></a:ln></p:spPr><p:txBody><a:bodyPr anchorCtr="0" anchor="t" bIns="0" lIns="0" spcFirstLastPara="1" rIns="0" wrap="square" tIns="0"><a:spAutoFit/></a:bodyPr><a:lstStyle/><a:p><a:pPr indent="0" lvl="0" marL="0" marR="0" rtl="0" algn="l"><a:lnSpc><a:spcPct val="168000"/></a:lnSpc><a:spcBef><a:spcPts val="0"/></a:spcBef><a:spcAft><a:spcPts val="0"/></a:spcAft><a:buNone/></a:pPr><a:r><a:rPr i="0" lang="en-US" sz="2000" u="none" cap="none" strike="noStrike"><a:solidFill><a:srgbClr val="002C5C"/></a:solidFill><a:latin typeface="Poppins"/><a:ea typeface="Poppins"/><a:cs typeface="Poppins"/><a:sym typeface="Poppins"/></a:rPr><a:t>Instant access to an engaged, trusting audience</a:t></a:r><a:endParaRPr><a:solidFill><a:srgbClr val="002C5C"/></a:solidFill></a:endParaRPr></a:p></p:txBody></p:sp><p:sp><p:nvSpPr><p:cNvPr id="329" name="Google Shape;329;p21"/><p:cNvSpPr txBox="1"/><p:nvPr/></p:nvSpPr><p:spPr><a:xfrm><a:off x="13489143" y="4942174"/><a:ext cx="4286100" cy="1169700"/></a:xfrm><a:prstGeom prst="rect"><a:avLst/></a:prstGeom><a:noFill/><a:ln><a:noFill/></a:ln></p:spPr><p:txBody><a:bodyPr anchorCtr="0" anchor="t" bIns="0" lIns="0" spcFirstLastPara="1" rIns="0" wrap="square" tIns="0"><a:spAutoFit/></a:bodyPr><a:lstStyle/><a:p><a:pPr indent="0" lvl="0" marL="0" marR="0" rtl="0" algn="l"><a:lnSpc><a:spcPct val="140000"/></a:lnSpc><a:spcBef><a:spcPts val="0"/></a:spcBef><a:spcAft><a:spcPts val="0"/></a:spcAft><a:buNone/></a:pPr><a:r><a:rPr b="0" i="0" lang="en-US" sz="2000" u="none" cap="none" strike="noStrike"><a:solidFill><a:srgbClr val="002C5C"/></a:solidFill><a:latin typeface="Poppins"/><a:ea typeface="Poppins"/><a:cs typeface="Poppins"/><a:sym typeface="Poppins"/></a:rPr><a:t>Organic placement drives authentic engagement and credibility</a:t></a:r><a:endParaRPr><a:solidFill><a:srgbClr val="002C5C"/></a:solidFill></a:endParaRPr></a:p></p:txBody></p:sp><p:sp><p:nvSpPr><p:cNvPr id="330" name="Google Shape;330;p21"/><p:cNvSpPr txBox="1"/><p:nvPr/></p:nvSpPr><p:spPr><a:xfrm><a:off x="13527718" y="8048219"/><a:ext cx="4209000" cy="738900"/></a:xfrm><a:prstGeom prst="rect"><a:avLst/></a:prstGeom><a:noFill/><a:ln><a:noFill/></a:ln></p:spPr><p:txBody><a:bodyPr anchorCtr="0" anchor="t" bIns="0" lIns="0" spcFirstLastPara="1" rIns="0" wrap="square" tIns="0"><a:spAutoFit/></a:bodyPr><a:lstStyle/><a:p><a:pPr indent="0" lvl="0" marL="0" marR="0" rtl="0" algn="ctr"><a:lnSpc><a:spcPct val="140000"/></a:lnSpc><a:spcBef><a:spcPts val="0"/></a:spcBef><a:spcAft><a:spcPts val="0"/></a:spcAft><a:buNone/></a:pPr><a:r><a:rPr b="0" i="0" lang="en-US" sz="2000" u="none" cap="none" strike="noStrike"><a:solidFill><a:srgbClr val="002C5C"/></a:solidFill><a:latin typeface="Poppins"/><a:ea typeface="Poppins"/><a:cs typeface="Poppins"/><a:sym typeface="Poppins"/></a:rPr><a:t>Maximized visibility with stronger brand association and influence</a:t></a:r><a:endParaRPr><a:solidFill><a:srgbClr val="002C5C"/></a:solidFill></a:endParaRPr></a:p></p:txBody></p:sp><p:sp><p:nvSpPr><p:cNvPr id="331" name="Google Shape;331;p21"/><p:cNvSpPr txBox="1"/><p:nvPr/></p:nvSpPr><p:spPr><a:xfrm><a:off x="893257" y="4706390"/><a:ext cx="11310000" cy="4186800"/></a:xfrm><a:prstGeom prst="rect"><a:avLst/></a:prstGeom><a:noFill/><a:ln><a:noFill/></a:ln></p:spPr><p:txBody><a:bodyPr anchorCtr="0" anchor="t" bIns="0" lIns="0" spcFirstLastPara="1" rIns="0" wrap="square" tIns="0"><a:spAutoFit/></a:bodyPr><a:lstStyle/><a:p><a:pPr indent="0" lvl="0" marL="0" marR="0" rtl="0" algn="l"><a:lnSpc><a:spcPct val="100000"/></a:lnSpc><a:spcBef><a:spcPts val="0"/></a:spcBef><a:spcAft><a:spcPts val="0"/></a:spcAft><a:buNone/></a:pPr><a:r><a:rPr b="1" i="0" lang="en-US" sz="2000" u="none" cap="none" strike="noStrike"><a:solidFill><a:srgbClr val="002C5C"/><a:t>Placement: {{Slide 8 Social Media Placement}}                                                                                                                                                                      </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t></a:t></a:r><a:endParaRPr b="0" i="0" sz="2000" u="none" cap="none" strike="noStrike"><a:solidFill><a:srgbClr val="002C5C"/></a:solidFill><a:latin typeface="Poppins"/><a:ea typeface="Poppins"/><a:cs typeface="Poppins"/><a:sym typeface="Poppins"/></a:endParaRPr></a:p><a:p><a:pPr indent="0" lvl="0" marL="0" marR="0" rtl="0" algn="l"><a:lnSpc><a:spcPct val="100000"/></a:lnSpc><a:spcBef><a:spcPts val="0"/></a:spcBef><a:spcAft><a:spcPts val="0"/></a:spcAft><a:buNone/></a:pPr><a:r><a:rPr b="1" i="0" lang="en-US" sz="2000" u="none" cap="none" strike="noStrike"><a:solidFill><a:srgbClr val="002C5C"/></a:solidFill><a:latin typeface="Poppins"/><a:ea typeface="Poppins"/><a:cs typeface="Poppins"/><a:sym typeface="Poppins"/></a:rPr><a:t>Format</a:t></a:r><a:r><a:rPr b="0" i="0" lang="en-US" sz="2000" u="none" cap="none" strike="noStrike"><a:solidFill><a:srgbClr val="002C5C"/></a:solidFill><a:latin typeface="Poppins"/><a:ea typeface="Poppins"/><a:cs typeface="Poppins"/><a:sym typeface="Poppins"/></a:rPr><a:t>: Static Images, Carousels, GIFs, 10–30 second video clips</a:t></a:r><a:endParaRPr sz="2000"><a:solidFill><a:srgbClr val="002C5C"/></a:solidFill></a:endParaRPr></a:p><a:p><a:pPr indent="0" lvl="0" marL="0" marR="0" rtl="0" algn="l"><a:lnSpc><a:spcPct val="100000"/></a:lnSpc><a:spcBef><a:spcPts val="0"/></a:spcBef><a:spcAft><a:spcPts val="0"/></a:spcAft><a:buNone/></a:pPr><a:r><a:t></a:t></a:r><a:endParaRPr b="0" i="0" sz="2000" u="none" cap="none" strike="noStrike"><a:solidFill><a:srgbClr val="002C5C"/></a:solidFill><a:latin typeface="Poppins"/><a:ea typeface="Poppins"/><a:cs typeface="Poppins"/><a:sym typeface="Poppins"/></a:endParaRPr></a:p><a:p><a:pPr indent="0" lvl="0" marL="0" marR="0" rtl="0" algn="l"><a:lnSpc><a:spcPct val="115000"/></a:lnSpc><a:spcBef><a:spcPts val="0"/></a:spcBef><a:spcAft><a:spcPts val="0"/></a:spcAft><a:buNone/></a:pPr><a:r><a:rPr b="1" lang="en-US" sz="2000"><a:solidFill><a:srgbClr val="002C5C"/></a:solidFill><a:latin typeface="Poppins"/><a:ea typeface="Poppins"/><a:cs typeface="Poppins"/><a:sym typeface="Poppins"/></a:rPr><a:t>Goal: </a:t></a:r><a:r><a:rPr lang="en-US" sz="2000"><a:solidFill><a:srgbClr val="002C5C"/></a:solidFill><a:latin typeface="Poppins"/><a:ea typeface="Poppins"/><a:cs typeface="Poppins"/><a:sym typeface="Poppins"/></a:rPr><a:t>To amplify partnered content and brand storytelling by reaching wider, targeted audiences beyond organic reach. Social media boosting will drive measurable visibility, engagement, and brand affinity, positioning the brand as credible, relevant, and impactful within its market.</a:t></a:r><a:endParaRPr sz="2000"><a:solidFill><a:srgbClr val="002C5C"/></a:solidFill><a:latin typeface="Poppins"/><a:ea typeface="Poppins"/><a:cs typeface="Poppins"/><a:sym typeface="Poppins"/></a:endParaRPr></a:p><a:p><a:pPr indent="0" lvl="0" marL="0" marR="0" rtl="0" algn="l"><a:lnSpc><a:spcPct val="100000"/></a:lnSpc><a:spcBef><a:spcPts val="0"/></a:spcBef><a:spcAft><a:spcPts val="0"/></a:spcAft><a:buNone/></a:pPr><a:r><a:t></a:t></a:r><a:endParaRPr sz="2000"><a:solidFill><a:srgbClr val="002C5C"/></a:solidFill><a:latin typeface="Poppins"/><a:ea typeface="Poppins"/><a:cs typeface="Poppins"/><a:sym typeface="Poppins"/></a:endParaRPr></a:p><a:p><a:pPr indent="0" lvl="0" marL="0" rtl="0" algn="l"><a:lnSpc><a:spcPct val="100000"/></a:lnSpc><a:spcBef><a:spcPts val="0"/></a:spcBef><a:spcAft><a:spcPts val="0"/></a:spcAft><a:buClr><a:schemeClr val="dk1"/></a:buClr><a:buFont typeface="Arial"/><a:buNone/></a:pPr><a:r><a:rPr b="1" lang="en-US" sz="2000"><a:solidFill><a:srgbClr val="002C5C"/></a:solidFill><a:latin typeface="Poppins"/><a:ea typeface="Poppins"/><a:cs typeface="Poppins"/><a:sym typeface="Poppins"/></a:rPr><a:t>Marketing Funnel Objective: </a:t></a:r><a:r><a:rPr lang="en-US" sz="2000"><a:solidFill><a:srgbClr val="002C5C"/></a:solidFill><a:latin typeface="Poppins"/><a:ea typeface="Poppins"/><a:cs typeface="Poppins"/><a:sym typeface="Poppins"/></a:rPr><a:t>Awareness</a:t></a:r><a:endParaRPr sz="2000"><a:solidFill><a:srgbClr val="002C5C"/></a:solidFill><a:latin typeface="Poppins"/><a:ea typeface="Poppins"/><a:cs typeface="Poppins"/><a:sym typeface="Poppins"/></a:endParaRPr></a:p><a:p><a:pPr indent="0" lvl="0" marL="0" rtl="0" algn="l"><a:lnSpc><a:spcPct val="100000"/></a:lnSpc><a:spcBef><a:spcPts val="0"/></a:spcBef><a:spcAft><a:spcPts val="0"/></a:spcAft><a:buClr><a:schemeClr val="dk1"/></a:buClr><a:buFont typeface="Arial"/><a:buNone/></a:pPr><a:r><a:t></a:t></a:r><a:endParaRPr sz="2000"><a:solidFill><a:srgbClr val="002C5C"/></a:solidFill><a:latin typeface="Poppins"/><a:ea typeface="Poppins"/><a:cs typeface="Poppins"/><a:sym typeface="Poppins"/></a:endParaRPr></a:p><a:p><a:pPr indent="0" lvl="0" marL="0" rtl="0" algn="l"><a:lnSpc><a:spcPct val="100000"/></a:lnSpc><a:spcBef><a:spcPts val="0"/></a:spcBef><a:spcAft><a:spcPts val="0"/></a:spcAft><a:buClr><a:schemeClr val="dk1"/></a:buClr><a:buFont typeface="Arial"/><a:buNone/></a:pPr><a:r><a:rPr b="1" lang="en-US" sz="2000"><a:solidFill><a:srgbClr val="002C5C"/></a:solidFill><a:latin typeface="Poppins"/><a:ea typeface="Poppins"/><a:cs typeface="Poppins"/><a:sym typeface="Poppins"/></a:rPr><a:t>Metrics: </a:t></a:r><a:r><a:rPr lang="en-US" sz="2000"><a:solidFill><a:srgbClr val="002C5C"/></a:solidFill><a:latin typeface="Poppins"/><a:ea typeface="Poppins"/><a:cs typeface="Poppins"/><a:sym typeface="Poppins"/></a:rPr><a:t>Reach, Impressions,</a:t></a:r><a:endParaRPr b="0" i="0" sz="2000" u="none" cap="none" strike="noStrike"><a:solidFill><a:srgbClr val="002C5C"/></a:solidFill><a:latin typeface="Poppins"/><a:ea typeface="Poppins"/><a:cs typeface="Poppins"/><a:sym typeface="Poppins"/></a:endParaRPr></a:p><a:p><a:pPr indent="0" lvl="0" marL="0" marR="0" rtl="0" algn="l"><a:lnSpc><a:spcPct val="100000"/></a:lnSpc><a:spcBef><a:spcPts val="0"/></a:spcBef><a:spcAft><a:spcPts val="0"/></a:spcAft><a:buNone/></a:pPr><a:r><a:t></a:t></a:r><a:endParaRPr b="0" i="0" sz="2000" u="none" cap="none" strike="noStrike"><a:solidFill><a:srgbClr val="002C5C"/></a:solidFill><a:latin typeface="Poppins"/><a:ea typeface="Poppins"/><a:cs typeface="Poppins"/><a:sym typeface="Poppins"/></a:endParaRPr></a:p></p:txBody></p:sp><p:cxnSp><p:nvCxnSpPr><p:cNvPr id="332" name="Google Shape;332;p21"/><p:cNvCxnSpPr/><p:nvPr/></p:nvCxnSpPr><p:spPr><a:xfrm><a:off x="706659" y="4508535"/><a:ext cx="9995100" cy="0"/></a:xfrm><a:prstGeom prst="straightConnector1"><a:avLst/></a:prstGeom><a:noFill/><a:ln cap="rnd" cmpd="sng" w="9525"><a:solidFill><a:srgbClr val="002C5C"/></a:solidFill><a:prstDash val="solid"/><a:round/><a:headEnd len="sm" w="sm" type="none"/><a:tailEnd len="sm" w="sm" type="none"/></a:ln></p:spPr></p:cxnSp><p:grpSp><p:nvGrpSpPr><p:cNvPr id="333" name="Google Shape;333;p21"/><p:cNvGrpSpPr/><p:nvPr/></p:nvGrpSpPr><p:grpSpPr><a:xfrm><a:off x="12454722" y="1990219"/><a:ext cx="577850" cy="6667425"/><a:chOff x="12308284" y="1990219"/><a:chExt cx="577850" cy="6667425"/></a:xfrm></p:grpSpPr><p:cxnSp><p:nvCxnSpPr><p:cNvPr id="334" name="Google Shape;334;p21"/><p:cNvCxnSpPr/><p:nvPr/></p:nvCxnSpPr><p:spPr><a:xfrm><a:off x="12606620" y="2247144"/><a:ext cx="0" cy="6140700"/></a:xfrm><a:prstGeom prst="straightConnector1"><a:avLst/></a:prstGeom><a:noFill/><a:ln cap="flat" cmpd="sng" w="50800"><a:solidFill><a:srgbClr val="002C5C"/></a:solidFill><a:prstDash val="solid"/><a:round/><a:headEnd len="sm" w="sm" type="none"/><a:tailEnd len="sm" w="sm" type="none"/></a:ln></p:spPr></p:cxnSp><p:sp><p:nvSpPr><p:cNvPr id="335" name="Google Shape;335;p21"/><p:cNvSpPr/><p:nvPr/></p:nvSpPr><p:spPr><a:xfrm><a:off x="12327334" y="1990219"/><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sp><p:nvSpPr><p:cNvPr id="336" name="Google Shape;336;p21"/><p:cNvSpPr/><p:nvPr/></p:nvSpPr><p:spPr><a:xfrm><a:off x="12308284" y="5038234"/><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888888"/></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sp><p:nvSpPr><p:cNvPr id="337" name="Google Shape;337;p21"/><p:cNvSpPr/><p:nvPr/></p:nvSpPr><p:spPr><a:xfrm><a:off x="12308547" y="8098844"/><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grpSp><p:cxnSp><p:nvCxnSpPr><p:cNvPr id="338" name="Google Shape;338;p21"/><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339" name="Google Shape;339;p21"/><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340" name="Google Shape;340;p21"/><p:cNvPicPr preferRelativeResize="0"/><p:nvPr/></p:nvPicPr><p:blipFill rotWithShape="1"><a:blip r:embed="rId4"><a:alphaModFix/></a:blip><a:srcRect b="0" l="0" r="0" t="0"/><a:stretch/></p:blipFill><p:spPr><a:xfrm><a:off x="15249232" y="9523939"/><a:ext cx="2496875" cy="469534"/></a:xfrm><a:prstGeom prst="rect"><a:avLst/></a:prstGeom><a:noFill/><a:ln><a:noFill/></a:ln></p:spPr></p:pic></p:spTree></p:cSld><p:clrMapOvr><a:masterClrMapping/></p:clrMapOvr></p:sld>
</file>

<file path=ppt/slides/slide9.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344" name="Shape 344"/><p:cNvGrpSpPr/><p:nvPr/></p:nvGrpSpPr><p:grpSpPr><a:xfrm><a:off x="0" y="0"/><a:ext cx="0" cy="0"/><a:chOff x="0" y="0"/><a:chExt cx="0" cy="0"/></a:xfrm></p:grpSpPr><p:sp><p:nvSpPr><p:cNvPr id="345" name="Google Shape;345;p22"/><p:cNvSpPr txBox="1"/><p:nvPr/></p:nvSpPr><p:spPr><a:xfrm><a:off x="840582" y="931601"/><a:ext cx="14094600" cy="1308300"/></a:xfrm><a:prstGeom prst="rect"><a:avLst/></a:prstGeom><a:noFill/><a:ln><a:noFill/></a:ln></p:spPr><p:txBody><a:bodyPr anchorCtr="0" anchor="t" bIns="0" lIns="0" spcFirstLastPara="1" rIns="0" wrap="square" tIns="0"><a:spAutoFit/></a:bodyPr><a:lstStyle/><a:p><a:pPr indent="0" lvl="0" marL="0" marR="0" rtl="0" algn="l"><a:lnSpc><a:spcPct val="84998"/></a:lnSpc><a:spcBef><a:spcPts val="0"/></a:spcBef><a:spcAft><a:spcPts val="0"/></a:spcAft><a:buNone/></a:pPr><a:r><a:rPr i="0" lang="en-US" sz="9999" u="none" cap="none" strike="noStrike"><a:solidFill><a:srgbClr val="002C5C"/></a:solidFill><a:latin typeface="Anton"/><a:ea typeface="Anton"/><a:cs typeface="Anton"/><a:sym typeface="Anton"/></a:rPr><a:t>PAID</a:t></a:r><a:r><a:rPr i="0" lang="en-US" sz="9999" u="none" cap="none" strike="noStrike"><a:solidFill><a:schemeClr val="lt1"/></a:solidFill><a:latin typeface="Anton"/><a:ea typeface="Anton"/><a:cs typeface="Anton"/><a:sym typeface="Anton"/></a:rPr><a:t> </a:t></a:r><a:r><a:rPr i="0" lang="en-US" sz="9999" u="none" cap="none" strike="noStrike"><a:solidFill><a:srgbClr val="9E9E9E"/></a:solidFill><a:latin typeface="Anton"/><a:ea typeface="Anton"/><a:cs typeface="Anton"/><a:sym typeface="Anton"/></a:rPr><a:t>MEDIA</a:t></a:r><a:endParaRPr><a:solidFill><a:srgbClr val="9E9E9E"/></a:solidFill><a:latin typeface="Anton"/><a:ea typeface="Anton"/><a:cs typeface="Anton"/><a:sym typeface="Anton"/></a:endParaRPr></a:p></p:txBody></p:sp><p:sp><p:nvSpPr><p:cNvPr id="346" name="Google Shape;346;p22"/><p:cNvSpPr txBox="1"/><p:nvPr/></p:nvSpPr><p:spPr><a:xfrm><a:off x="790575" y="2292100"/><a:ext cx="11704200" cy="1551600"/></a:xfrm><a:prstGeom prst="rect"><a:avLst/></a:prstGeom><a:noFill/><a:ln><a:noFill/></a:ln></p:spPr><p:txBody><a:bodyPr anchorCtr="0" anchor="t" bIns="0" lIns="0" spcFirstLastPara="1" rIns="0" wrap="square" tIns="0"><a:spAutoFit/></a:bodyPr><a:lstStyle/><a:p><a:pPr indent="0" lvl="0" marL="0" marR="0" rtl="0" algn="l"><a:lnSpc><a:spcPct val="115000"/></a:lnSpc><a:spcBef><a:spcPts val="0"/></a:spcBef><a:spcAft><a:spcPts val="0"/></a:spcAft><a:buNone/></a:pPr><a:r><a:rPr lang="en-US" sz="1800"><a:solidFill><a:srgbClr val="002C5C"/></a:solidFill><a:latin typeface="Poppins"/><a:ea typeface="Poppins"/><a:cs typeface="Poppins"/><a:sym typeface="Poppins"/></a:rPr><a:t>Pa</a:t></a:r><a:r><a:rPr lang="en-US" sz="1800"><a:solidFill><a:srgbClr val="002C5C"/></a:solidFill><a:latin typeface="Poppins"/><a:ea typeface="Poppins"/><a:cs typeface="Poppins"/><a:sym typeface="Poppins"/></a:rPr><a:t>id Media advertising </a:t></a:r><a:r><a:rPr b="0" i="0" lang="en-US" sz="1800" u="none" cap="none" strike="noStrike"><a:solidFill><a:srgbClr val="002C5C"/></a:solidFill><a:latin typeface="Poppins"/><a:ea typeface="Poppins"/><a:cs typeface="Poppins"/><a:sym typeface="Poppins"/></a:rPr><a:t>deliver</a:t></a:r><a:r><a:rPr lang="en-US" sz="1800"><a:solidFill><a:srgbClr val="002C5C"/></a:solidFill><a:latin typeface="Poppins"/><a:ea typeface="Poppins"/><a:cs typeface="Poppins"/><a:sym typeface="Poppins"/></a:rPr><a:t>s</a:t></a:r><a:r><a:rPr b="0" i="0" lang="en-US" sz="1800" u="none" cap="none" strike="noStrike"><a:solidFill><a:srgbClr val="002C5C"/></a:solidFill><a:latin typeface="Poppins"/><a:ea typeface="Poppins"/><a:cs typeface="Poppins"/><a:sym typeface="Poppins"/></a:rPr><a:t> precision-targeted reach at scale. Programmatic ads reach the right audience across premium sites and apps, while boosted social posts extend visibility beyond organic reach. Together, they drive measurable performance—maximizing engagement, conversions, and ROI.</a:t></a:r><a:endParaRPr b="0" i="0" sz="1800" u="none" cap="none" strike="noStrike"><a:solidFill><a:srgbClr val="002C5C"/></a:solidFill><a:latin typeface="Poppins"/><a:ea typeface="Poppins"/><a:cs typeface="Poppins"/><a:sym typeface="Poppins"/></a:endParaRPr></a:p><a:p><a:pPr indent="0" lvl="0" marL="0" marR="0" rtl="0" algn="l"><a:lnSpc><a:spcPct val="115000"/></a:lnSpc><a:spcBef><a:spcPts val="0"/></a:spcBef><a:spcAft><a:spcPts val="0"/></a:spcAft><a:buNone/></a:pPr><a:r><a:t></a:t></a:r><a:endParaRPr sz="1800"><a:solidFill><a:srgbClr val="002C5C"/></a:solidFill><a:latin typeface="Poppins"/><a:ea typeface="Poppins"/><a:cs typeface="Poppins"/><a:sym typeface="Poppins"/></a:endParaRPr></a:p><a:p><a:pPr indent="0" lvl="0" marL="0" marR="0" rtl="0" algn="l"><a:lnSpc><a:spcPct val="115000"/></a:lnSpc><a:spcBef><a:spcPts val="0"/></a:spcBef><a:spcAft><a:spcPts val="0"/></a:spcAft><a:buNone/></a:pPr><a:r><a:rPr b="0" i="0" lang="en-US" sz="1800" u="none" cap="none" strike="noStrike"><a:solidFill><a:srgbClr val="002C5C"/></a:solidFill><a:latin typeface="Poppins"/><a:ea typeface="Poppins"/><a:cs typeface="Poppins"/><a:sym typeface="Poppins"/></a:rPr><a:t>Key Placements: DV360, Google Ads, YouTube, CTV, Display, Facebook, Instagram, Messenger, </a:t></a:r><a:r><a:rPr lang="en-US" sz="1800"><a:solidFill><a:srgbClr val="002C5C"/></a:solidFill><a:latin typeface="Poppins"/><a:ea typeface="Poppins"/><a:cs typeface="Poppins"/><a:sym typeface="Poppins"/></a:rPr><a:t>etc.</a:t></a:r><a:endParaRPr b="0" i="0" sz="1800" u="none" cap="none" strike="noStrike"><a:solidFill><a:srgbClr val="002C5C"/></a:solidFill><a:latin typeface="Poppins"/><a:ea typeface="Poppins"/><a:cs typeface="Poppins"/><a:sym typeface="Poppins"/></a:endParaRPr></a:p></p:txBody></p:sp><p:sp><p:nvSpPr><p:cNvPr id="347" name="Google Shape;347;p22"/><p:cNvSpPr txBox="1"/><p:nvPr/></p:nvSpPr><p:spPr><a:xfrm><a:off x="14226729" y="2326133"/><a:ext cx="1974300" cy="307800"/></a:xfrm><a:prstGeom prst="rect"><a:avLst/></a:prstGeom><a:noFill/><a:ln><a:noFill/></a:ln></p:spPr><p:txBody><a:bodyPr anchorCtr="0" anchor="t" bIns="0" lIns="0" spcFirstLastPara="1" rIns="0" wrap="square" tIns="0"><a:spAutoFit/></a:bodyPr><a:lstStyle/><a:p><a:pPr indent="0" lvl="0" marL="0" marR="0" rtl="0" algn="ctr"><a:lnSpc><a:spcPct val="140000"/></a:lnSpc><a:spcBef><a:spcPts val="0"/></a:spcBef><a:spcAft><a:spcPts val="0"/></a:spcAft><a:buNone/></a:pPr><a:r><a:rPr b="0" i="0" lang="en-US" sz="2000" u="none" cap="none" strike="noStrike"><a:solidFill><a:srgbClr val="002C5C"/></a:solidFill><a:latin typeface="Poppins"/><a:ea typeface="Poppins"/><a:cs typeface="Poppins"/><a:sym typeface="Poppins"/></a:rPr><a:t>Amplifies reach</a:t></a:r><a:endParaRPr><a:solidFill><a:srgbClr val="002C5C"/></a:solidFill></a:endParaRPr></a:p></p:txBody></p:sp><p:sp><p:nvSpPr><p:cNvPr id="348" name="Google Shape;348;p22"/><p:cNvSpPr txBox="1"/><p:nvPr/></p:nvSpPr><p:spPr><a:xfrm><a:off x="14226733" y="5230964"/><a:ext cx="3035400" cy="307800"/></a:xfrm><a:prstGeom prst="rect"><a:avLst/></a:prstGeom><a:noFill/><a:ln><a:noFill/></a:ln></p:spPr><p:txBody><a:bodyPr anchorCtr="0" anchor="t" bIns="0" lIns="0" spcFirstLastPara="1" rIns="0" wrap="square" tIns="0"><a:spAutoFit/></a:bodyPr><a:lstStyle/><a:p><a:pPr indent="0" lvl="0" marL="0" marR="0" rtl="0" algn="ctr"><a:lnSpc><a:spcPct val="140000"/></a:lnSpc><a:spcBef><a:spcPts val="0"/></a:spcBef><a:spcAft><a:spcPts val="0"/></a:spcAft><a:buNone/></a:pPr><a:r><a:rPr b="0" i="0" lang="en-US" sz="2000" u="none" cap="none" strike="noStrike"><a:solidFill><a:srgbClr val="002C5C"/></a:solidFill><a:latin typeface="Poppins"/><a:ea typeface="Poppins"/><a:cs typeface="Poppins"/><a:sym typeface="Poppins"/></a:rPr><a:t>Optimized performance</a:t></a:r><a:endParaRPr><a:solidFill><a:srgbClr val="002C5C"/></a:solidFill></a:endParaRPr></a:p></p:txBody></p:sp><p:sp><p:nvSpPr><p:cNvPr id="349" name="Google Shape;349;p22"/><p:cNvSpPr txBox="1"/><p:nvPr/></p:nvSpPr><p:spPr><a:xfrm><a:off x="14226729" y="8075265"/><a:ext cx="3459300" cy="307800"/></a:xfrm><a:prstGeom prst="rect"><a:avLst/></a:prstGeom><a:noFill/><a:ln><a:noFill/></a:ln></p:spPr><p:txBody><a:bodyPr anchorCtr="0" anchor="t" bIns="0" lIns="0" spcFirstLastPara="1" rIns="0" wrap="square" tIns="0"><a:spAutoFit/></a:bodyPr><a:lstStyle/><a:p><a:pPr indent="0" lvl="0" marL="0" marR="0" rtl="0" algn="ctr"><a:lnSpc><a:spcPct val="140000"/></a:lnSpc><a:spcBef><a:spcPts val="0"/></a:spcBef><a:spcAft><a:spcPts val="0"/></a:spcAft><a:buNone/></a:pPr><a:r><a:rPr b="0" i="0" lang="en-US" sz="2000" u="none" cap="none" strike="noStrike"><a:solidFill><a:srgbClr val="002C5C"/></a:solidFill><a:latin typeface="Poppins"/><a:ea typeface="Poppins"/><a:cs typeface="Poppins"/><a:sym typeface="Poppins"/></a:rPr><a:t>Precision targeting at scale</a:t></a:r><a:endParaRPr><a:solidFill><a:srgbClr val="002C5C"/></a:solidFill></a:endParaRPr></a:p></p:txBody></p:sp><p:sp><p:nvSpPr><p:cNvPr id="350" name="Google Shape;350;p22"/><p:cNvSpPr txBox="1"/><p:nvPr/></p:nvSpPr><p:spPr><a:xfrm><a:off x="845617" y="4780890"/><a:ext cx="12125400" cy="3421800"/></a:xfrm><a:prstGeom prst="rect"><a:avLst/></a:prstGeom><a:noFill/><a:ln><a:noFill/></a:ln></p:spPr><p:txBody><a:bodyPr anchorCtr="0" anchor="t" bIns="0" lIns="0" spcFirstLastPara="1" rIns="0" wrap="square" tIns="0"><a:spAutoFit/></a:bodyPr><a:lstStyle/><a:p><a:pPr indent="0" lvl="0" marL="0" marR="0" rtl="0" algn="l"><a:lnSpc><a:spcPct val="115000"/></a:lnSpc><a:spcBef><a:spcPts val="0"/></a:spcBef><a:spcAft><a:spcPts val="0"/></a:spcAft><a:buNone/></a:pPr><a:r><a:rPr b="1" i="0" lang="en-US" sz="1800" u="none" cap="none" strike="noStrike"><a:solidFill><a:srgbClr val="002C5C"/><a:t>Placement: {{Slide 9 Paid Media Placement}}                                                                                                                                                                         </a:t></a:r><a:endParaRPr sz="1800"><a:solidFill><a:srgbClr val="002C5C"/></a:solidFill><a:latin typeface="Poppins"/><a:ea typeface="Poppins"/><a:cs typeface="Poppins"/><a:sym typeface="Poppins"/></a:endParaRPr></a:p><a:p><a:pPr indent="0" lvl="0" marL="0" marR="0" rtl="0" algn="l"><a:lnSpc><a:spcPct val="115000"/></a:lnSpc><a:spcBef><a:spcPts val="0"/></a:spcBef><a:spcAft><a:spcPts val="0"/></a:spcAft><a:buNone/></a:pPr><a:r><a:t></a:t></a:r><a:endParaRPr b="0" i="0" sz="1800" u="none" cap="none" strike="noStrike"><a:solidFill><a:srgbClr val="002C5C"/></a:solidFill><a:latin typeface="Poppins"/><a:ea typeface="Poppins"/><a:cs typeface="Poppins"/><a:sym typeface="Poppins"/></a:endParaRPr></a:p><a:p><a:pPr indent="0" lvl="0" marL="0" marR="0" rtl="0" algn="l"><a:lnSpc><a:spcPct val="115000"/></a:lnSpc><a:spcBef><a:spcPts val="0"/></a:spcBef><a:spcAft><a:spcPts val="0"/></a:spcAft><a:buNone/></a:pPr><a:r><a:rPr b="1" i="0" lang="en-US" sz="1800" u="none" cap="none" strike="noStrike"><a:solidFill><a:srgbClr val="002C5C"/></a:solidFill><a:latin typeface="Poppins"/><a:ea typeface="Poppins"/><a:cs typeface="Poppins"/><a:sym typeface="Poppins"/></a:rPr><a:t>Format</a:t></a:r><a:r><a:rPr b="0" i="0" lang="en-US" sz="1800" u="none" cap="none" strike="noStrike"><a:solidFill><a:srgbClr val="002C5C"/></a:solidFill><a:latin typeface="Poppins"/><a:ea typeface="Poppins"/><a:cs typeface="Poppins"/><a:sym typeface="Poppins"/></a:rPr><a:t>: Static Images, Carousels, GIFs, 10–30 second video clips - </a:t></a:r><a:r><a:rPr b="0" i="1" lang="en-US" sz="1800" u="none" cap="none" strike="noStrike"><a:solidFill><a:srgbClr val="002C5C"/></a:solidFill><a:latin typeface="Poppins"/><a:ea typeface="Poppins"/><a:cs typeface="Poppins"/><a:sym typeface="Poppins"/></a:rPr><a:t>dependent on placement</a:t></a:r><a:endParaRPr i="1" sz="1800"><a:solidFill><a:srgbClr val="002C5C"/></a:solidFill></a:endParaRPr></a:p><a:p><a:pPr indent="0" lvl="0" marL="0" marR="0" rtl="0" algn="l"><a:lnSpc><a:spcPct val="115000"/></a:lnSpc><a:spcBef><a:spcPts val="0"/></a:spcBef><a:spcAft><a:spcPts val="0"/></a:spcAft><a:buNone/></a:pPr><a:r><a:t></a:t></a:r><a:endParaRPr b="0" i="0" sz="1800" u="none" cap="none" strike="noStrike"><a:solidFill><a:srgbClr val="002C5C"/></a:solidFill><a:latin typeface="Poppins"/><a:ea typeface="Poppins"/><a:cs typeface="Poppins"/><a:sym typeface="Poppins"/></a:endParaRPr></a:p><a:p><a:pPr indent="0" lvl="0" marL="0" marR="0" rtl="0" algn="l"><a:lnSpc><a:spcPct val="115000"/></a:lnSpc><a:spcBef><a:spcPts val="0"/></a:spcBef><a:spcAft><a:spcPts val="0"/></a:spcAft><a:buNone/></a:pPr><a:r><a:rPr b="1" lang="en-US" sz="1800"><a:solidFill><a:srgbClr val="002C5C"/></a:solidFill><a:latin typeface="Poppins"/><a:ea typeface="Poppins"/><a:cs typeface="Poppins"/><a:sym typeface="Poppins"/></a:rPr><a:t>Goal: </a:t></a:r><a:r><a:rPr lang="en-US" sz="1800"><a:solidFill><a:srgbClr val="002C5C"/></a:solidFill><a:latin typeface="Poppins"/><a:ea typeface="Poppins"/><a:cs typeface="Poppins"/><a:sym typeface="Poppins"/></a:rPr><a:t>The paid media campaign will amplify the brand’s presence by promoting key products, services, or messaging across multiple platforms. Using precision targeting, it will extend reach beyond owned and publisher audiences through programmatic display networks and video platforms, while social media channels will engage both broad and niche audience segments.</a:t></a:r><a:endParaRPr sz="1800"><a:solidFill><a:srgbClr val="002C5C"/></a:solidFill><a:latin typeface="Poppins"/><a:ea typeface="Poppins"/><a:cs typeface="Poppins"/><a:sym typeface="Poppins"/></a:endParaRPr></a:p><a:p><a:pPr indent="0" lvl="0" marL="0" marR="0" rtl="0" algn="l"><a:lnSpc><a:spcPct val="115000"/></a:lnSpc><a:spcBef><a:spcPts val="0"/></a:spcBef><a:spcAft><a:spcPts val="0"/></a:spcAft><a:buNone/></a:pPr><a:r><a:t></a:t></a:r><a:endParaRPr sz="1800"><a:solidFill><a:srgbClr val="002C5C"/></a:solidFill><a:latin typeface="Poppins"/><a:ea typeface="Poppins"/><a:cs typeface="Poppins"/><a:sym typeface="Poppins"/></a:endParaRPr></a:p><a:p><a:pPr indent="0" lvl="0" marL="0" rtl="0" algn="l"><a:spcBef><a:spcPts val="0"/></a:spcBef><a:spcAft><a:spcPts val="0"/></a:spcAft><a:buNone/></a:pPr><a:r><a:rPr b="1" lang="en-US" sz="1800"><a:solidFill><a:srgbClr val="002C5C"/></a:solidFill><a:latin typeface="Poppins"/><a:ea typeface="Poppins"/><a:cs typeface="Poppins"/><a:sym typeface="Poppins"/></a:rPr><a:t>Marketing Funnel Objective: </a:t></a:r><a:r><a:rPr lang="en-US" sz="1800"><a:solidFill><a:srgbClr val="002C5C"/></a:solidFill><a:latin typeface="Poppins"/><a:ea typeface="Poppins"/><a:cs typeface="Poppins"/><a:sym typeface="Poppins"/></a:rPr><a:t>Awareness, Consideration</a:t></a:r><a:endParaRPr sz="1800"><a:solidFill><a:srgbClr val="002C5C"/></a:solidFill><a:latin typeface="Poppins"/><a:ea typeface="Poppins"/><a:cs typeface="Poppins"/><a:sym typeface="Poppins"/></a:endParaRPr></a:p><a:p><a:pPr indent="0" lvl="0" marL="0" marR="0" rtl="0" algn="l"><a:lnSpc><a:spcPct val="115000"/></a:lnSpc><a:spcBef><a:spcPts val="0"/></a:spcBef><a:spcAft><a:spcPts val="0"/></a:spcAft><a:buNone/></a:pPr><a:r><a:t></a:t></a:r><a:endParaRPr b="0" i="0" sz="1800" u="none" cap="none" strike="noStrike"><a:solidFill><a:srgbClr val="002C5C"/></a:solidFill><a:latin typeface="Poppins"/><a:ea typeface="Poppins"/><a:cs typeface="Poppins"/><a:sym typeface="Poppins"/></a:endParaRPr></a:p></p:txBody></p:sp><p:cxnSp><p:nvCxnSpPr><p:cNvPr id="351" name="Google Shape;351;p22"/><p:cNvCxnSpPr/><p:nvPr/></p:nvCxnSpPr><p:spPr><a:xfrm><a:off x="706659" y="4336048"/><a:ext cx="9995100" cy="0"/></a:xfrm><a:prstGeom prst="straightConnector1"><a:avLst/></a:prstGeom><a:noFill/><a:ln cap="rnd" cmpd="sng" w="9525"><a:solidFill><a:srgbClr val="002C5C"/></a:solidFill><a:prstDash val="solid"/><a:round/><a:headEnd len="sm" w="sm" type="none"/><a:tailEnd len="sm" w="sm" type="none"/></a:ln></p:spPr></p:cxnSp><p:cxnSp><p:nvCxnSpPr><p:cNvPr id="352" name="Google Shape;352;p22"/><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353" name="Google Shape;353;p22"/><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354" name="Google Shape;354;p22"/><p:cNvPicPr preferRelativeResize="0"/><p:nvPr/></p:nvPicPr><p:blipFill rotWithShape="1"><a:blip r:embed="rId4"><a:alphaModFix/></a:blip><a:srcRect b="0" l="0" r="0" t="0"/><a:stretch/></p:blipFill><p:spPr><a:xfrm><a:off x="15249232" y="9523939"/><a:ext cx="2496875" cy="469534"/></a:xfrm><a:prstGeom prst="rect"><a:avLst/></a:prstGeom><a:noFill/><a:ln><a:noFill/></a:ln></p:spPr></p:pic><p:grpSp><p:nvGrpSpPr><p:cNvPr id="355" name="Google Shape;355;p22"/><p:cNvGrpSpPr/><p:nvPr/></p:nvGrpSpPr><p:grpSpPr><a:xfrm><a:off x="13309876" y="1990219"/><a:ext cx="577850" cy="6667425"/><a:chOff x="12308284" y="1990219"/><a:chExt cx="577850" cy="6667425"/></a:xfrm></p:grpSpPr><p:cxnSp><p:nvCxnSpPr><p:cNvPr id="356" name="Google Shape;356;p22"/><p:cNvCxnSpPr/><p:nvPr/></p:nvCxnSpPr><p:spPr><a:xfrm><a:off x="12606620" y="2247144"/><a:ext cx="0" cy="6140700"/></a:xfrm><a:prstGeom prst="straightConnector1"><a:avLst/></a:prstGeom><a:noFill/><a:ln cap="flat" cmpd="sng" w="50800"><a:solidFill><a:srgbClr val="002C5C"/></a:solidFill><a:prstDash val="solid"/><a:round/><a:headEnd len="sm" w="sm" type="none"/><a:tailEnd len="sm" w="sm" type="none"/></a:ln></p:spPr></p:cxnSp><p:sp><p:nvSpPr><p:cNvPr id="357" name="Google Shape;357;p22"/><p:cNvSpPr/><p:nvPr/></p:nvSpPr><p:spPr><a:xfrm><a:off x="12327334" y="1990219"/><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sp><p:nvSpPr><p:cNvPr id="358" name="Google Shape;358;p22"/><p:cNvSpPr/><p:nvPr/></p:nvSpPr><p:spPr><a:xfrm><a:off x="12308284" y="5038234"/><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888888"/></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sp><p:nvSpPr><p:cNvPr id="359" name="Google Shape;359;p22"/><p:cNvSpPr/><p:nvPr/></p:nvSpPr><p:spPr><a:xfrm><a:off x="12308547" y="8098844"/><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grpSp></p:spTree></p:cSld><p:clrMapOvr><a:masterClrMapping/></p:clrMapOvr></p:sld>
</file>

<file path=ppt/slides/slide10.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363" name="Shape 363"/><p:cNvGrpSpPr/><p:nvPr/></p:nvGrpSpPr><p:grpSpPr><a:xfrm><a:off x="0" y="0"/><a:ext cx="0" cy="0"/><a:chOff x="0" y="0"/><a:chExt cx="0" cy="0"/></a:xfrm></p:grpSpPr><p:sp><p:nvSpPr><p:cNvPr id="364" name="Google Shape;364;p23"/><p:cNvSpPr txBox="1"/><p:nvPr/></p:nvSpPr><p:spPr><a:xfrm><a:off x="840575" y="2135997"/><a:ext cx="12317100" cy="1231500"/></a:xfrm><a:prstGeom prst="rect"><a:avLst/></a:prstGeom><a:noFill/><a:ln><a:noFill/></a:ln></p:spPr><p:txBody><a:bodyPr anchorCtr="0" anchor="t" bIns="0" lIns="0" spcFirstLastPara="1" rIns="0" wrap="square" tIns="0"><a:spAutoFit/></a:bodyPr><a:lstStyle/><a:p><a:pPr indent="0" lvl="0" marL="0" marR="0" rtl="0" algn="l"><a:lnSpc><a:spcPct val="100000"/></a:lnSpc><a:spcBef><a:spcPts val="0"/></a:spcBef><a:spcAft><a:spcPts val="0"/></a:spcAft><a:buNone/></a:pPr><a:r><a:rPr b="0" i="0" lang="en-US" sz="2000" u="none" cap="none" strike="noStrike"><a:solidFill><a:srgbClr val="002C5C"/></a:solidFill><a:latin typeface="Poppins"/><a:ea typeface="Poppins"/><a:cs typeface="Poppins"/><a:sym typeface="Poppins"/></a:rPr><a:t>Print delivers trusted, lasting impact in a tangible format that drives deeper engagement than digital alone. Readers spend quality time with content in a clutter-free environment, giving your brand visibility alongside credible journalism. With strong visuals, premium placement, and extended shelf life in homes and offices, print builds recognition well beyond publication day.</a:t></a:r><a:endParaRPr b="0" i="0" sz="2000" u="none" cap="none" strike="noStrike"><a:solidFill><a:srgbClr val="002C5C"/></a:solidFill><a:latin typeface="Poppins"/><a:ea typeface="Poppins"/><a:cs typeface="Poppins"/><a:sym typeface="Poppins"/></a:endParaRPr></a:p></p:txBody></p:sp><p:sp><p:nvSpPr><p:cNvPr id="365" name="Google Shape;365;p23"/><p:cNvSpPr txBox="1"/><p:nvPr/></p:nvSpPr><p:spPr><a:xfrm><a:off x="840575" y="3755435"/><a:ext cx="12889500" cy="3247800"/></a:xfrm><a:prstGeom prst="rect"><a:avLst/></a:prstGeom><a:noFill/><a:ln><a:noFill/></a:ln></p:spPr><p:txBody><a:bodyPr anchorCtr="0" anchor="t" bIns="0" lIns="0" spcFirstLastPara="1" rIns="0" wrap="square" tIns="0"><a:spAutoFit/></a:bodyPr><a:lstStyle/><a:p><a:pPr indent="0" lvl="0" marL="0" rtl="0" algn="l"><a:lnSpc><a:spcPct val="115000"/></a:lnSpc><a:spcBef><a:spcPts val="1200"/></a:spcBef><a:spcAft><a:spcPts val="0"/></a:spcAft><a:buClr><a:schemeClr val="dk1"/></a:buClr><a:buSzPts val="1100"/><a:buFont typeface="Arial"/><a:buNone/></a:pPr><a:r><a:rPr b="1" lang="en-US" sz="2000"><a:solidFill><a:srgbClr val="002C5C"/><a:t>Placement: {{Slide 10 Print Ads Titles}}                                                                                                                                                                           </a:t></a:r><a:endParaRPr sz="2000"><a:solidFill><a:srgbClr val="002C5C"/></a:solidFill><a:latin typeface="Poppins"/><a:ea typeface="Poppins"/><a:cs typeface="Poppins"/><a:sym typeface="Poppins"/></a:endParaRPr></a:p><a:p><a:pPr indent="0" lvl="0" marL="0" rtl="0" algn="l"><a:lnSpc><a:spcPct val="115000"/></a:lnSpc><a:spcBef><a:spcPts val="1200"/></a:spcBef><a:spcAft><a:spcPts val="0"/></a:spcAft><a:buClr><a:schemeClr val="dk1"/></a:buClr><a:buSzPts val="1100"/><a:buFont typeface="Arial"/><a:buNone/></a:pPr><a:r><a:rPr b="1" lang="en-US" sz="2000"><a:solidFill><a:srgbClr val="002C5C"/></a:solidFill><a:latin typeface="Poppins"/><a:ea typeface="Poppins"/><a:cs typeface="Poppins"/><a:sym typeface="Poppins"/></a:rPr><a:t>Goal: </a:t></a:r><a:r><a:rPr lang="en-US" sz="2000"><a:solidFill><a:srgbClr val="002C5C"/></a:solidFill><a:latin typeface="Poppins"/><a:ea typeface="Poppins"/><a:cs typeface="Poppins"/><a:sym typeface="Poppins"/></a:rPr><a:t>To leverage the credibility and wide reach of print media to showcase brand initiatives, impact, and storytelling in a trusted environment. Print acts as a strong foundation within a broader multi-channel campaign, reinforcing messaging across digital and social platforms. </a:t></a:r><a:endParaRPr sz="2000"><a:solidFill><a:srgbClr val="002C5C"/></a:solidFill><a:latin typeface="Poppins"/><a:ea typeface="Poppins"/><a:cs typeface="Poppins"/><a:sym typeface="Poppins"/></a:endParaRPr></a:p><a:p><a:pPr indent="0" lvl="0" marL="0" rtl="0" algn="l"><a:lnSpc><a:spcPct val="115000"/></a:lnSpc><a:spcBef><a:spcPts val="1200"/></a:spcBef><a:spcAft><a:spcPts val="0"/></a:spcAft><a:buClr><a:schemeClr val="dk1"/></a:buClr><a:buSzPts val="1100"/><a:buFont typeface="Arial"/><a:buNone/></a:pPr><a:r><a:rPr lang="en-US" sz="2000"><a:solidFill><a:srgbClr val="002C5C"/></a:solidFill><a:latin typeface="Poppins"/><a:ea typeface="Poppins"/><a:cs typeface="Poppins"/><a:sym typeface="Poppins"/></a:rPr><a:t>This integrated approach ensures consistent storytelling, maximises audience reach, and strengthens overall brand perception, highlighting the importance of multiple touchpoints in building awareness and trust.</a:t></a:r><a:endParaRPr sz="2000"><a:solidFill><a:srgbClr val="002C5C"/></a:solidFill><a:latin typeface="Poppins"/><a:ea typeface="Poppins"/><a:cs typeface="Poppins"/><a:sym typeface="Poppins"/></a:endParaRPr></a:p><a:p><a:pPr indent="0" lvl="0" marL="0" rtl="0" algn="l"><a:lnSpc><a:spcPct val="115000"/></a:lnSpc><a:spcBef><a:spcPts val="1200"/></a:spcBef><a:spcAft><a:spcPts val="1200"/></a:spcAft><a:buClr><a:schemeClr val="dk1"/></a:buClr><a:buSzPts val="1100"/><a:buFont typeface="Arial"/><a:buNone/></a:pPr><a:r><a:rPr b="1" lang="en-US" sz="2000"><a:solidFill><a:srgbClr val="002C5C"/></a:solidFill><a:latin typeface="Poppins"/><a:ea typeface="Poppins"/><a:cs typeface="Poppins"/><a:sym typeface="Poppins"/></a:rPr><a:t>Marketing Funnel Objective: </a:t></a:r><a:r><a:rPr lang="en-US" sz="2000"><a:solidFill><a:srgbClr val="002C5C"/></a:solidFill><a:latin typeface="Poppins"/><a:ea typeface="Poppins"/><a:cs typeface="Poppins"/><a:sym typeface="Poppins"/></a:rPr><a:t>Awareness</a:t></a:r><a:endParaRPr sz="2000"><a:solidFill><a:srgbClr val="002C5C"/></a:solidFill><a:latin typeface="Poppins"/><a:ea typeface="Poppins"/><a:cs typeface="Poppins"/><a:sym typeface="Poppins"/></a:endParaRPr></a:p></p:txBody></p:sp><p:cxnSp><p:nvCxnSpPr><p:cNvPr id="366" name="Google Shape;366;p23"/><p:cNvCxnSpPr/><p:nvPr/></p:nvCxnSpPr><p:spPr><a:xfrm flipH="1" rot="10800000"><a:off x="706659" y="3508113"/><a:ext cx="12633600" cy="8100"/></a:xfrm><a:prstGeom prst="straightConnector1"><a:avLst/></a:prstGeom><a:noFill/><a:ln cap="rnd" cmpd="sng" w="9525"><a:solidFill><a:srgbClr val="002C5C"/></a:solidFill><a:prstDash val="solid"/><a:round/><a:headEnd len="sm" w="sm" type="none"/><a:tailEnd len="sm" w="sm" type="none"/></a:ln></p:spPr></p:cxnSp><p:sp><p:nvSpPr><p:cNvPr id="367" name="Google Shape;367;p23"/><p:cNvSpPr txBox="1"/><p:nvPr/></p:nvSpPr><p:spPr><a:xfrm><a:off x="840572" y="680250"/><a:ext cx="8957400" cy="1308300"/></a:xfrm><a:prstGeom prst="rect"><a:avLst/></a:prstGeom><a:noFill/><a:ln><a:noFill/></a:ln></p:spPr><p:txBody><a:bodyPr anchorCtr="0" anchor="t" bIns="0" lIns="0" spcFirstLastPara="1" rIns="0" wrap="square" tIns="0"><a:spAutoFit/></a:bodyPr><a:lstStyle/><a:p><a:pPr indent="0" lvl="0" marL="0" marR="0" rtl="0" algn="l"><a:lnSpc><a:spcPct val="84998"/></a:lnSpc><a:spcBef><a:spcPts val="0"/></a:spcBef><a:spcAft><a:spcPts val="0"/></a:spcAft><a:buNone/></a:pPr><a:r><a:rPr i="0" lang="en-US" sz="9999" u="none" cap="none" strike="noStrike"><a:solidFill><a:srgbClr val="002C5C"/></a:solidFill><a:latin typeface="Anton"/><a:ea typeface="Anton"/><a:cs typeface="Anton"/><a:sym typeface="Anton"/></a:rPr><a:t>PRINT</a:t></a:r><a:r><a:rPr i="0" lang="en-US" sz="9999" u="none" cap="none" strike="noStrike"><a:solidFill><a:srgbClr val="FCFCFC"/></a:solidFill><a:latin typeface="Anton"/><a:ea typeface="Anton"/><a:cs typeface="Anton"/><a:sym typeface="Anton"/></a:rPr><a:t> </a:t></a:r><a:r><a:rPr i="0" lang="en-US" sz="9999" u="none" cap="none" strike="noStrike"><a:solidFill><a:srgbClr val="888888"/></a:solidFill><a:latin typeface="Anton"/><a:ea typeface="Anton"/><a:cs typeface="Anton"/><a:sym typeface="Anton"/></a:rPr><a:t>ADVERTISING </a:t></a:r><a:endParaRPr><a:solidFill><a:schemeClr val="lt1"/></a:solidFill><a:latin typeface="Anton"/><a:ea typeface="Anton"/><a:cs typeface="Anton"/><a:sym typeface="Anton"/></a:endParaRPr></a:p></p:txBody></p:sp><p:cxnSp><p:nvCxnSpPr><p:cNvPr id="368" name="Google Shape;368;p23"/><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369" name="Google Shape;369;p23"/><p:cNvSpPr txBox="1"/><p:nvPr/></p:nvSpPr><p:spPr><a:xfrm><a:off x="14766825" y="2059800"/><a:ext cx="3122400" cy="1052700"/></a:xfrm><a:prstGeom prst="rect"><a:avLst/></a:prstGeom><a:noFill/><a:ln><a:noFill/></a:ln></p:spPr><p:txBody><a:bodyPr anchorCtr="0" anchor="t" bIns="0" lIns="0" spcFirstLastPara="1" rIns="0" wrap="square" tIns="0"><a:spAutoFit/></a:bodyPr><a:lstStyle/><a:p><a:pPr indent="0" lvl="0" marL="0" marR="0" rtl="0" algn="l"><a:lnSpc><a:spcPct val="140000"/></a:lnSpc><a:spcBef><a:spcPts val="0"/></a:spcBef><a:spcAft><a:spcPts val="0"/></a:spcAft><a:buNone/></a:pPr><a:r><a:rPr b="1" lang="en-US" sz="1800"><a:solidFill><a:srgbClr val="002C5C"/></a:solidFill><a:latin typeface="Poppins"/><a:ea typeface="Poppins"/><a:cs typeface="Poppins"/><a:sym typeface="Poppins"/></a:rPr><a:t>Ad Placement</a:t></a:r><a:endParaRPr b="1" sz="1800"><a:solidFill><a:srgbClr val="002C5C"/></a:solidFill><a:latin typeface="Poppins"/><a:ea typeface="Poppins"/><a:cs typeface="Poppins"/><a:sym typeface="Poppins"/></a:endParaRPr></a:p><a:p><a:pPr indent="0" lvl="0" marL="0" marR="0" rtl="0" algn="l"><a:lnSpc><a:spcPct val="140000"/></a:lnSpc><a:spcBef><a:spcPts val="0"/></a:spcBef><a:spcAft><a:spcPts val="0"/></a:spcAft><a:buNone/></a:pPr><a:r><a:rPr lang="en-US" sz="1800"><a:solidFill><a:srgbClr val="002C5C"/><a:t>{{Slide 10 Print Ad Sizes}}                                                                                                                                                                             </a:t></a:r><a:endParaRPr sz="1800"><a:solidFill><a:srgbClr val="002C5C"/></a:solidFill><a:latin typeface="Poppins"/><a:ea typeface="Poppins"/><a:cs typeface="Poppins"/><a:sym typeface="Poppins"/></a:endParaRPr></a:p><a:p><a:pPr indent="0" lvl="0" marL="0" marR="0" rtl="0" algn="l"><a:lnSpc><a:spcPct val="140000"/></a:lnSpc><a:spcBef><a:spcPts val="0"/></a:spcBef><a:spcAft><a:spcPts val="0"/></a:spcAft><a:buNone/></a:pPr><a:r><a:t></a:t></a:r><a:endParaRPr sz="1800"><a:solidFill><a:srgbClr val="002C5C"/></a:solidFill><a:latin typeface="Poppins"/><a:ea typeface="Poppins"/><a:cs typeface="Poppins"/><a:sym typeface="Poppins"/></a:endParaRPr></a:p></p:txBody></p:sp><p:sp><p:nvSpPr><p:cNvPr id="370" name="Google Shape;370;p23"/><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371" name="Google Shape;371;p23"/><p:cNvPicPr preferRelativeResize="0"/><p:nvPr/></p:nvPicPr><p:blipFill rotWithShape="1"><a:blip r:embed="rId4"><a:alphaModFix/></a:blip><a:srcRect b="0" l="0" r="0" t="0"/><a:stretch/></p:blipFill><p:spPr><a:xfrm><a:off x="15249232" y="9523939"/><a:ext cx="2496875" cy="469534"/></a:xfrm><a:prstGeom prst="rect"><a:avLst/></a:prstGeom><a:noFill/><a:ln><a:noFill/></a:ln></p:spPr></p:pic><p:grpSp><p:nvGrpSpPr><p:cNvPr id="372" name="Google Shape;372;p23"/><p:cNvGrpSpPr/><p:nvPr/></p:nvGrpSpPr><p:grpSpPr><a:xfrm><a:off x="13908509" y="1768032"/><a:ext cx="577850" cy="6667425"/><a:chOff x="12308284" y="1990219"/><a:chExt cx="577850" cy="6667425"/></a:xfrm></p:grpSpPr><p:cxnSp><p:nvCxnSpPr><p:cNvPr id="373" name="Google Shape;373;p23"/><p:cNvCxnSpPr/><p:nvPr/></p:nvCxnSpPr><p:spPr><a:xfrm><a:off x="12606620" y="2247144"/><a:ext cx="0" cy="6140700"/></a:xfrm><a:prstGeom prst="straightConnector1"><a:avLst/></a:prstGeom><a:noFill/><a:ln cap="flat" cmpd="sng" w="50800"><a:solidFill><a:srgbClr val="002C5C"/></a:solidFill><a:prstDash val="solid"/><a:round/><a:headEnd len="sm" w="sm" type="none"/><a:tailEnd len="sm" w="sm" type="none"/></a:ln></p:spPr></p:cxnSp><p:sp><p:nvSpPr><p:cNvPr id="374" name="Google Shape;374;p23"/><p:cNvSpPr/><p:nvPr/></p:nvSpPr><p:spPr><a:xfrm><a:off x="12327334" y="1990219"/><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sp><p:nvSpPr><p:cNvPr id="375" name="Google Shape;375;p23"/><p:cNvSpPr/><p:nvPr/></p:nvSpPr><p:spPr><a:xfrm><a:off x="12308284" y="5038234"/><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888888"/></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sp><p:nvSpPr><p:cNvPr id="376" name="Google Shape;376;p23"/><p:cNvSpPr/><p:nvPr/></p:nvSpPr><p:spPr><a:xfrm><a:off x="12308547" y="8098844"/><a:ext cx="558800" cy="558800"/></a:xfrm><a:custGeom><a:rect b="b" l="l" r="r" t="t"/><a:pathLst><a:path extrusionOk="0" h="812800" w="812800"><a:moveTo><a:pt x="406400" y="0"/></a:moveTo><a:cubicBezTo><a:pt x="181951" y="0"/><a:pt x="0" y="181951"/><a:pt x="0" y="406400"/></a:cubicBezTo><a:cubicBezTo><a:pt x="0" y="630849"/><a:pt x="181951" y="812800"/><a:pt x="406400" y="812800"/></a:cubicBezTo><a:cubicBezTo><a:pt x="630849" y="812800"/><a:pt x="812800" y="630849"/><a:pt x="812800" y="406400"/></a:cubicBezTo><a:cubicBezTo><a:pt x="812800" y="181951"/><a:pt x="630849" y="0"/><a:pt x="406400" y="0"/></a:cubicBezTo><a:close/></a:path></a:pathLst></a:custGeom><a:solidFill><a:srgbClr val="002C5C"/></a:solid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l"><a:spcBef><a:spcPts val="0"/></a:spcBef><a:spcAft><a:spcPts val="0"/></a:spcAft><a:buNone/></a:pPr><a:r><a:t></a:t></a:r><a:endParaRPr/></a:p></p:txBody></p:sp></p:grpSp></p:spTree></p:cSld><p:clrMapOvr><a:masterClrMapping/></p:clrMapOvr></p:sld>
</file>

<file path=ppt/slides/slide11.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380" name="Shape 380"/><p:cNvGrpSpPr/><p:nvPr/></p:nvGrpSpPr><p:grpSpPr><a:xfrm><a:off x="0" y="0"/><a:ext cx="0" cy="0"/><a:chOff x="0" y="0"/><a:chExt cx="0" cy="0"/></a:xfrm></p:grpSpPr><p:sp><p:nvSpPr><p:cNvPr id="381" name="Google Shape;381;p24"/><p:cNvSpPr txBox="1"/><p:nvPr/></p:nvSpPr><p:spPr><a:xfrm><a:off x="1073113" y="817863"/><a:ext cx="10981200" cy="1277400"/></a:xfrm><a:prstGeom prst="rect"><a:avLst/></a:prstGeom><a:noFill/><a:ln><a:noFill/></a:ln></p:spPr><p:txBody><a:bodyPr anchorCtr="0" anchor="t" bIns="0" lIns="0" spcFirstLastPara="1" rIns="0" wrap="square" tIns="0"><a:spAutoFit/></a:bodyPr><a:lstStyle/><a:p><a:pPr indent="0" lvl="0" marL="0" marR="0" rtl="0" algn="l"><a:lnSpc><a:spcPct val="82998"/></a:lnSpc><a:spcBef><a:spcPts val="0"/></a:spcBef><a:spcAft><a:spcPts val="0"/></a:spcAft><a:buNone/></a:pPr><a:r><a:rPr lang="en-US" sz="9999"><a:solidFill><a:srgbClr val="002C5C"/></a:solidFill><a:latin typeface="Anton"/><a:ea typeface="Anton"/><a:cs typeface="Anton"/><a:sym typeface="Anton"/></a:rPr><a:t>INVESTMENT</a:t></a:r><a:endParaRPr><a:solidFill><a:srgbClr val="002C5C"/></a:solidFill><a:latin typeface="Anton"/><a:ea typeface="Anton"/><a:cs typeface="Anton"/><a:sym typeface="Anton"/></a:endParaRPr></a:p></p:txBody></p:sp><p:graphicFrame><p:nvGraphicFramePr><p:cNvPr id="382" name="Google Shape;382;p24"/><p:cNvGraphicFramePr/><p:nvPr/></p:nvGraphicFramePr><p:xfrm><a:off x="1202525" y="2301438"/><a:ext cx="3000000" cy="3000000"/></p:xfrm><a:graphic><a:graphicData uri="http://schemas.openxmlformats.org/drawingml/2006/table"><a:tbl><a:tblPr><a:noFill/><a:tableStyleId>{2B5346E1-113A-43CB-8332-7ED7E3ED4B38}</a:tableStyleId></a:tblPr><a:tblGrid><a:gridCol w="2520050"/><a:gridCol w="5061850"/><a:gridCol w="5372100"/><a:gridCol w="3429000"/></a:tblGrid><a:tr h="339750"><a:tc><a:txBody><a:bodyPr/><a:lstStyle/><a:p><a:pPr indent="0" lvl="0" marL="0" rtl="0" algn="l"><a:spcBef><a:spcPts val="0"/></a:spcBef><a:spcAft><a:spcPts val="0"/></a:spcAft><a:buNone/></a:pPr><a:r><a:rPr b="1" lang="en-US" sz="1700"><a:solidFill><a:srgbClr val="002C5C"/></a:solidFill><a:latin typeface="Poppins"/><a:ea typeface="Poppins"/><a:cs typeface="Poppins"/><a:sym typeface="Poppins"/></a:rPr><a:t>PRODUCT</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b="1" lang="en-US" sz="1700"><a:solidFill><a:srgbClr val="002C5C"/></a:solidFill><a:latin typeface="Poppins"/><a:ea typeface="Poppins"/><a:cs typeface="Poppins"/><a:sym typeface="Poppins"/></a:rPr><a:t>PLACEMENT</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b="1" lang="en-US" sz="1700"><a:solidFill><a:srgbClr val="002C5C"/></a:solidFill><a:latin typeface="Poppins"/><a:ea typeface="Poppins"/><a:cs typeface="Poppins"/><a:sym typeface="Poppins"/></a:rPr><a:t>QUANTITY</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b="1" lang="en-US" sz="1700"><a:solidFill><a:srgbClr val="002C5C"/></a:solidFill><a:latin typeface="Poppins"/><a:ea typeface="Poppins"/><a:cs typeface="Poppins"/><a:sym typeface="Poppins"/></a:rPr><a:t>RATE</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rtl="0" algn="l"><a:spcBef><a:spcPts val="0"/></a:spcBef><a:spcAft><a:spcPts val="0"/></a:spcAft><a:buNone/></a:pPr><a:r><a:rPr b="1" lang="en-US" sz="1700"><a:solidFill><a:srgbClr val="002C5C"/></a:solidFill><a:latin typeface="Poppins"/><a:ea typeface="Poppins"/><a:cs typeface="Poppins"/><a:sym typeface="Poppins"/></a:rPr><a:t>Display</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6 Display Site Placement}}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Display Site Placement Quantity}}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Display Rate}}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rtl="0" algn="l"><a:spcBef><a:spcPts val="0"/></a:spcBef><a:spcAft><a:spcPts val="0"/></a:spcAft><a:buNone/></a:pPr><a:r><a:rPr b="1" lang="en-US" sz="1700"><a:solidFill><a:srgbClr val="002C5C"/></a:solidFill><a:latin typeface="Poppins"/><a:ea typeface="Poppins"/><a:cs typeface="Poppins"/><a:sym typeface="Poppins"/></a:rPr><a:t>Content Marketing</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7 Content Placement}}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Content Quantity}}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Clr><a:schemeClr val="dk1"/></a:buClr><a:buSzPts val="1100"/><a:buFont typeface="Arial"/><a:buNone/></a:pPr><a:r><a:rPr lang="en-US" sz="1700"><a:solidFill><a:schemeClr val="dk1"/><a:t>{{Slide 11 Content Rate}}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marR="0" rtl="0" algn="l"><a:lnSpc><a:spcPct val="100000"/></a:lnSpc><a:spcBef><a:spcPts val="0"/></a:spcBef><a:spcAft><a:spcPts val="0"/></a:spcAft><a:buNone/></a:pPr><a:r><a:rPr b="1" lang="en-US" sz="1700"><a:solidFill><a:srgbClr val="002C5C"/></a:solidFill><a:latin typeface="Poppins"/><a:ea typeface="Poppins"/><a:cs typeface="Poppins"/><a:sym typeface="Poppins"/></a:rPr><a:t>Social Media </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Organic Placement on {{Slide 8 Social Media Placement}}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Social Media Organic Posts Quantity}}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Clr><a:schemeClr val="dk1"/></a:buClr><a:buSzPts val="1100"/><a:buFont typeface="Arial"/><a:buNone/></a:pPr><a:r><a:rPr lang="en-US" sz="1700"><a:solidFill><a:schemeClr val="dk1"/><a:t>{{Slide 11 Social Media Rate}}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marR="0" rtl="0" algn="l"><a:lnSpc><a:spcPct val="100000"/></a:lnSpc><a:spcBef><a:spcPts val="0"/></a:spcBef><a:spcAft><a:spcPts val="0"/></a:spcAft><a:buNone/></a:pPr><a:r><a:t></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ea typeface="Poppins"/><a:cs typeface="Poppins"/><a:sym typeface="Poppins"/></a:rPr><a:t>Boosting</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t></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Social Boosting Amount}}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marR="0" rtl="0" algn="l"><a:lnSpc><a:spcPct val="100000"/></a:lnSpc><a:spcBef><a:spcPts val="0"/></a:spcBef><a:spcAft><a:spcPts val="0"/></a:spcAft><a:buNone/></a:pPr><a:r><a:t></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Clr><a:schemeClr val="dk1"/></a:buClr><a:buSzPts val="1100"/><a:buFont typeface="Arial"/><a:buNone/></a:pPr><a:r><a:rPr lang="en-US" sz="1700"><a:solidFill><a:schemeClr val="dk1"/></a:solidFill><a:latin typeface="Poppins"/><a:ea typeface="Poppins"/><a:cs typeface="Poppins"/><a:sym typeface="Poppins"/></a:rPr><a:t>30% Management Fee of Boosting amount</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t></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Social Media Management Fee}}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rtl="0" algn="l"><a:spcBef><a:spcPts val="0"/></a:spcBef><a:spcAft><a:spcPts val="0"/></a:spcAft><a:buNone/></a:pPr><a:r><a:rPr b="1" lang="en-US" sz="1700"><a:solidFill><a:srgbClr val="002C5C"/></a:solidFill><a:latin typeface="Poppins"/><a:ea typeface="Poppins"/><a:cs typeface="Poppins"/><a:sym typeface="Poppins"/></a:rPr><a:t>Paid Media</a:t></a:r><a:endParaRPr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9 Paid Media Placement}}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ea typeface="Poppins"/><a:cs typeface="Poppins"/><a:sym typeface="Poppins"/></a:rPr><a:t>Per month</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Paid Media Amount}}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rtl="0" algn="l"><a:spcBef><a:spcPts val="0"/></a:spcBef><a:spcAft><a:spcPts val="0"/></a:spcAft><a:buNone/></a:pPr><a:r><a:t></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ea typeface="Poppins"/><a:cs typeface="Poppins"/><a:sym typeface="Poppins"/></a:rPr><a:t>Setup Costs (Once off)</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Paid Media Accounts Quantity}}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Paid Media Setup Cost}}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rtl="0" algn="l"><a:spcBef><a:spcPts val="0"/></a:spcBef><a:spcAft><a:spcPts val="0"/></a:spcAft><a:buNone/></a:pPr><a:r><a:t></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ea typeface="Poppins"/><a:cs typeface="Poppins"/><a:sym typeface="Poppins"/></a:rPr><a:t>30% Management Fee</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ea typeface="Poppins"/><a:cs typeface="Poppins"/><a:sym typeface="Poppins"/></a:rPr><a:t>per month</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Paid Media Management Fee}}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rtl="0" algn="l"><a:spcBef><a:spcPts val="0"/></a:spcBef><a:spcAft><a:spcPts val="0"/></a:spcAft><a:buNone/></a:pPr><a:r><a:rPr b="1" lang="en-US" sz="1700"><a:solidFill><a:srgbClr val="002C5C"/></a:solidFill><a:latin typeface="Poppins"/><a:ea typeface="Poppins"/><a:cs typeface="Poppins"/><a:sym typeface="Poppins"/></a:rPr><a:t>Print</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10 Print Ads Titles}}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{{Slide 11 Print Ads Quantity}}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lang="en-US" sz="1700"><a:latin typeface="Poppins"/><a:t>{{ Slide 11 Print Ads Rate}}                                                                                                                                                                            </a:t></a:r><a:endParaRPr sz="1700"><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r h="339750"><a:tc><a:txBody><a:bodyPr/><a:lstStyle/><a:p><a:pPr indent="0" lvl="0" marL="0" rtl="0" algn="l"><a:spcBef><a:spcPts val="0"/></a:spcBef><a:spcAft><a:spcPts val="0"/></a:spcAft><a:buNone/></a:pPr><a:r><a:rPr b="1" lang="en-US" sz="1700"><a:solidFill><a:srgbClr val="002C5C"/></a:solidFill><a:latin typeface="Poppins"/><a:ea typeface="Poppins"/><a:cs typeface="Poppins"/><a:sym typeface="Poppins"/></a:rPr><a:t>TOTAL</a:t></a:r><a:endParaRPr b="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rPr i="1" lang="en-US" sz="1700"><a:solidFill><a:srgbClr val="002C5C"/></a:solidFill><a:latin typeface="Poppins"/><a:ea typeface="Poppins"/><a:cs typeface="Poppins"/><a:sym typeface="Poppins"/></a:rPr><a:t>excluding VAT</a:t></a:r><a:endParaRPr i="1"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None/></a:pPr><a:r><a:t></a:t></a:r><a:endParaRPr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c><a:txBody><a:bodyPr/><a:lstStyle/><a:p><a:pPr indent="0" lvl="0" marL="0" rtl="0" algn="l"><a:spcBef><a:spcPts val="0"/></a:spcBef><a:spcAft><a:spcPts val="0"/></a:spcAft><a:buClr><a:schemeClr val="dk1"/></a:buClr><a:buSzPts val="1100"/><a:buFont typeface="Arial"/><a:buNone/></a:pPr><a:r><a:rPr lang="en-US" sz="1700"><a:solidFill><a:schemeClr val="dk1"/><a:t>{{ Slide 11 Print Total quote amount}}                                                                                                                                                                  </a:t></a:r><a:endParaRPr sz="1700"><a:solidFill><a:srgbClr val="002C5C"/></a:solidFill><a:latin typeface="Poppins"/><a:ea typeface="Poppins"/><a:cs typeface="Poppins"/><a:sym typeface="Poppins"/></a:endParaRPr></a:p></a:txBody><a:tcPr marT="91425" marB="91425" marR="91425" marL="91425"><a:lnL cap="flat" cmpd="sng" w="19050"><a:solidFill><a:schemeClr val="lt2"/></a:solidFill><a:prstDash val="solid"/><a:round/><a:headEnd len="sm" w="sm" type="none"/><a:tailEnd len="sm" w="sm" type="none"/></a:lnL><a:lnR cap="flat" cmpd="sng" w="19050"><a:solidFill><a:schemeClr val="lt2"/></a:solidFill><a:prstDash val="solid"/><a:round/><a:headEnd len="sm" w="sm" type="none"/><a:tailEnd len="sm" w="sm" type="none"/></a:lnR><a:lnT cap="flat" cmpd="sng" w="19050"><a:solidFill><a:schemeClr val="lt2"/></a:solidFill><a:prstDash val="solid"/><a:round/><a:headEnd len="sm" w="sm" type="none"/><a:tailEnd len="sm" w="sm" type="none"/></a:lnT><a:lnB cap="flat" cmpd="sng" w="19050"><a:solidFill><a:schemeClr val="lt2"/></a:solidFill><a:prstDash val="solid"/><a:round/><a:headEnd len="sm" w="sm" type="none"/><a:tailEnd len="sm" w="sm" type="none"/></a:lnB></a:tcPr></a:tc></a:tr></a:tbl></a:graphicData></a:graphic></p:graphicFrame><p:cxnSp><p:nvCxnSpPr><p:cNvPr id="383" name="Google Shape;383;p24"/><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384" name="Google Shape;384;p24"/><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385" name="Google Shape;385;p24"/><p:cNvPicPr preferRelativeResize="0"/><p:nvPr/></p:nvPicPr><p:blipFill rotWithShape="1"><a:blip r:embed="rId4"><a:alphaModFix/></a:blip><a:srcRect b="0" l="0" r="0" t="0"/><a:stretch/></p:blipFill><p:spPr><a:xfrm><a:off x="15249232" y="9523939"/><a:ext cx="2496875" cy="469534"/></a:xfrm><a:prstGeom prst="rect"><a:avLst/></a:prstGeom><a:noFill/><a:ln><a:noFill/></a:ln></p:spPr></p:pic></p:spTree></p:cSld><p:clrMapOvr><a:masterClrMapping/></p:clrMapOvr></p:sld>
</file>

<file path=ppt/slides/slide12.xml><?xml version="1.0" encoding="UTF-8" standalone="yes"?>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p:cSld><p:bg><p:bgPr><a:solidFill><a:schemeClr val="lt1"/></a:solidFill></p:bgPr></p:bg><p:spTree><p:nvGrpSpPr><p:cNvPr id="389" name="Shape 389"/><p:cNvGrpSpPr/><p:nvPr/></p:nvGrpSpPr><p:grpSpPr><a:xfrm><a:off x="0" y="0"/><a:ext cx="0" cy="0"/><a:chOff x="0" y="0"/><a:chExt cx="0" cy="0"/></a:xfrm></p:grpSpPr><p:sp><p:nvSpPr><p:cNvPr id="390" name="Google Shape;390;p25"/><p:cNvSpPr txBox="1"/><p:nvPr/></p:nvSpPr><p:spPr><a:xfrm><a:off x="2146207" y="4229361"/><a:ext cx="13995600" cy="1916400"/></a:xfrm><a:prstGeom prst="rect"><a:avLst/></a:prstGeom><a:noFill/><a:ln><a:noFill/></a:ln></p:spPr><p:txBody><a:bodyPr anchorCtr="0" anchor="t" bIns="0" lIns="0" spcFirstLastPara="1" rIns="0" wrap="square" tIns="0"><a:spAutoFit/></a:bodyPr><a:lstStyle/><a:p><a:pPr indent="0" lvl="0" marL="0" marR="0" rtl="0" algn="ctr"><a:lnSpc><a:spcPct val="83000"/></a:lnSpc><a:spcBef><a:spcPts val="0"/></a:spcBef><a:spcAft><a:spcPts val="0"/></a:spcAft><a:buNone/></a:pPr><a:r><a:rPr i="0" lang="en-US" sz="15000" u="none" cap="none" strike="noStrike"><a:solidFill><a:srgbClr val="002C5C"/></a:solidFill><a:latin typeface="Anton"/><a:ea typeface="Anton"/><a:cs typeface="Anton"/><a:sym typeface="Anton"/></a:rPr><a:t>THANK YOU</a:t></a:r><a:endParaRPr><a:solidFill><a:srgbClr val="002C5C"/></a:solidFill><a:latin typeface="Anton"/><a:ea typeface="Anton"/><a:cs typeface="Anton"/><a:sym typeface="Anton"/></a:endParaRPr></a:p></p:txBody></p:sp><p:sp><p:nvSpPr><p:cNvPr id="391" name="Google Shape;391;p25"/><p:cNvSpPr txBox="1"/><p:nvPr/></p:nvSpPr><p:spPr><a:xfrm><a:off x="3364640" y="6976747"/><a:ext cx="11558700" cy="1619700"/></a:xfrm><a:prstGeom prst="rect"><a:avLst/></a:prstGeom><a:noFill/><a:ln><a:noFill/></a:ln></p:spPr><p:txBody><a:bodyPr anchorCtr="0" anchor="t" bIns="0" lIns="0" spcFirstLastPara="1" rIns="0" wrap="square" tIns="0"><a:spAutoFit/></a:bodyPr><a:lstStyle/><a:p><a:pPr indent="0" lvl="0" marL="0" marR="0" rtl="0" algn="ctr"><a:lnSpc><a:spcPct val="125011"/></a:lnSpc><a:spcBef><a:spcPts val="0"/></a:spcBef><a:spcAft><a:spcPts val="0"/></a:spcAft><a:buNone/></a:pPr><a:r><a:rPr b="0" i="0" lang="en-US" sz="2215" u="none" cap="none" strike="noStrike"><a:solidFill><a:srgbClr val="002C5C"/></a:solidFill><a:latin typeface="Poppins"/><a:ea typeface="Poppins"/><a:cs typeface="Poppins"/><a:sym typeface="Poppins"/></a:rPr><a:t>Note: This proposal is based on the brief we received, and should the brief evolve, the quotation and recommendations will adapt accordingly. All strategic ideas and frameworks shared remain the property of Volt and are intended exclusively for this collaboration.</a:t></a:r><a:endParaRPr><a:solidFill><a:srgbClr val="002C5C"/></a:solidFill></a:endParaRPr></a:p></p:txBody></p:sp><p:cxnSp><p:nvCxnSpPr><p:cNvPr id="392" name="Google Shape;392;p25"/><p:cNvCxnSpPr/><p:nvPr/></p:nvCxnSpPr><p:spPr><a:xfrm rot="3889"><a:off x="790570" y="9277891"/><a:ext cx="16707011" cy="0"/></a:xfrm><a:prstGeom prst="straightConnector1"><a:avLst/></a:prstGeom><a:noFill/><a:ln cap="rnd" cmpd="sng" w="9525"><a:solidFill><a:srgbClr val="002C5C"/></a:solidFill><a:prstDash val="solid"/><a:round/><a:headEnd len="sm" w="sm" type="none"/><a:tailEnd len="sm" w="sm" type="none"/></a:ln></p:spPr></p:cxnSp><p:sp><p:nvSpPr><p:cNvPr id="393" name="Google Shape;393;p25"/><p:cNvSpPr txBox="1"/><p:nvPr/></p:nvSpPr><p:spPr><a:xfrm><a:off x="840582" y="9532805"/><a:ext cx="7044000" cy="215400"/></a:xfrm><a:prstGeom prst="rect"><a:avLst/></a:prstGeom><a:noFill/><a:ln><a:noFill/></a:ln></p:spPr><p:txBody><a:bodyPr anchorCtr="0" anchor="t" bIns="0" lIns="0" spcFirstLastPara="1" rIns="0" wrap="square" tIns="0"><a:spAutoFit/></a:bodyPr><a:lstStyle/><a:p><a:pPr indent="0" lvl="0" marL="0" marR="0" rtl="0" algn="l"><a:lnSpc><a:spcPct val="168048"/></a:lnSpc><a:spcBef><a:spcPts val="0"/></a:spcBef><a:spcAft><a:spcPts val="0"/></a:spcAft><a:buNone/></a:pPr><a:r><a:rPr b="1" i="0" lang="en-US" sz="1399" u="sng" cap="none" strike="noStrike"><a:solidFill><a:srgbClr val="002C5C"/></a:solidFill><a:latin typeface="Poppins Medium"/><a:ea typeface="Poppins Medium"/><a:cs typeface="Poppins Medium"/><a:sym typeface="Poppins Medium"/><a:hlinkClick r:id="rId3"><a:extLst><a:ext uri="{A12FA001-AC4F-418D-AE19-62706E023703}"><ahyp:hlinkClr val="tx"/></a:ext></a:extLst></a:hlinkClick></a:rPr><a:t>WWWW.VOLT.AFRICA</a:t></a:r><a:r><a:rPr b="1" i="0" lang="en-US" sz="1399" u="none" cap="none" strike="noStrike"><a:solidFill><a:srgbClr val="002C5C"/></a:solidFill><a:latin typeface="Poppins Medium"/><a:ea typeface="Poppins Medium"/><a:cs typeface="Poppins Medium"/><a:sym typeface="Poppins Medium"/></a:rPr><a:t> | POWER YOUR DIGITAL AMBITION</a:t></a:r><a:endParaRPr><a:solidFill><a:srgbClr val="002C5C"/></a:solidFill></a:endParaRPr></a:p></p:txBody></p:sp><p:pic><p:nvPicPr><p:cNvPr id="394" name="Google Shape;394;p25"/><p:cNvPicPr preferRelativeResize="0"/><p:nvPr/></p:nvPicPr><p:blipFill rotWithShape="1"><a:blip r:embed="rId4"><a:alphaModFix/></a:blip><a:srcRect b="0" l="0" r="0" t="0"/><a:stretch/></p:blipFill><p:spPr><a:xfrm><a:off x="15249232" y="9523939"/><a:ext cx="2496875" cy="469534"/></a:xfrm><a:prstGeom prst="rect"><a:avLst/></a:prstGeom><a:noFill/><a:ln><a:noFill/></a:ln></p:spPr></p:pic><p:sp><p:nvSpPr><p:cNvPr id="395" name="Google Shape;395;p25"/><p:cNvSpPr/><p:nvPr/></p:nvSpPr><p:spPr><a:xfrm><a:off x="14935175" y="-3483125"/><a:ext cx="5780100" cy="5778300"/></a:xfrm><a:prstGeom prst="ellipse"><a:avLst/></a:prstGeom><a:noFill/><a:ln cap="flat" cmpd="sng" w="9525"><a:solidFill><a:srgbClr val="002C5C"/></a:solidFill><a:prstDash val="solid"/><a:round/><a:headEnd len="sm" w="sm" type="none"/><a:tailEnd len="sm" w="sm" type="none"/></a:ln></p:spPr><p:txBody><a:bodyPr anchorCtr="0" anchor="ctr" bIns="91425" lIns="91425" spcFirstLastPara="1" rIns="91425" wrap="square" tIns="91425"><a:noAutofit/></a:bodyPr><a:lstStyle/><a:p><a:pPr indent="0" lvl="0" marL="0" rtl="0" algn="ctr"><a:spcBef><a:spcPts val="0"/></a:spcBef><a:spcAft><a:spcPts val="0"/></a:spcAft><a:buNone/></a:pPr><a:r><a:t></a:t></a:r><a:endParaRPr/></a:p></p:txBody></p:sp><p:sp><p:nvSpPr><p:cNvPr id="396" name="Google Shape;396;p25"/><p:cNvSpPr txBox="1"/><p:nvPr/></p:nvSpPr><p:spPr><a:xfrm><a:off x="5947025" y="5988200"/><a:ext cx="6400800" cy="469500"/></a:xfrm><a:prstGeom prst="rect"><a:avLst/></a:prstGeom><a:noFill/><a:ln><a:noFill/></a:ln></p:spPr><p:txBody><a:bodyPr anchorCtr="0" anchor="t" bIns="91425" lIns="91425" spcFirstLastPara="1" rIns="91425" wrap="square" tIns="91425"><a:noAutofit/></a:bodyPr><a:lstStyle/><a:p><a:pPr indent="0" lvl="0" marL="0" rtl="0" algn="ctr"><a:spcBef><a:spcPts val="0"/></a:spcBef><a:spcAft><a:spcPts val="0"/></a:spcAft><a:buNone/></a:pPr><a:r><a:rPr lang="en-US" sz="3200"><a:solidFill><a:schemeClr val="dk1"/><a:t>{{Rep Name}}                                                                                                                                                                                            </a:t></a:r><a:endParaRPr sz="3200"><a:solidFill><a:schemeClr val="dk1"/></a:solidFill><a:latin typeface="Poppins"/><a:ea typeface="Poppins"/><a:cs typeface="Poppins"/><a:sym typeface="Poppins"/></a:endParaRPr></a:p></p:txBody></p:sp></p:spTree></p:cSld><p:clrMapOvr><a:masterClrMapping/></p:clrMapOvr></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